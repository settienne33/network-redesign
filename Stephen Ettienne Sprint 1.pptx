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Inter"/>
      <p:regular r:id="rId18"/>
      <p:bold r:id="rId19"/>
      <p:italic r:id="rId20"/>
      <p:boldItalic r:id="rId21"/>
    </p:embeddedFont>
    <p:embeddedFont>
      <p:font typeface="Inter ExtraBold"/>
      <p:bold r:id="rId22"/>
      <p:boldItalic r:id="rId23"/>
    </p:embeddedFont>
    <p:embeddedFont>
      <p:font typeface="Inter Medium"/>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Inter-italic.fntdata"/><Relationship Id="rId22" Type="http://schemas.openxmlformats.org/officeDocument/2006/relationships/font" Target="fonts/InterExtraBold-bold.fntdata"/><Relationship Id="rId21" Type="http://schemas.openxmlformats.org/officeDocument/2006/relationships/font" Target="fonts/Inter-boldItalic.fntdata"/><Relationship Id="rId24" Type="http://schemas.openxmlformats.org/officeDocument/2006/relationships/font" Target="fonts/InterMedium-regular.fntdata"/><Relationship Id="rId23" Type="http://schemas.openxmlformats.org/officeDocument/2006/relationships/font" Target="fonts/InterExtra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terMedium-italic.fntdata"/><Relationship Id="rId25" Type="http://schemas.openxmlformats.org/officeDocument/2006/relationships/font" Target="fonts/InterMedium-bold.fntdata"/><Relationship Id="rId27" Type="http://schemas.openxmlformats.org/officeDocument/2006/relationships/font" Target="fonts/InterMedium-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Inter-bold.fntdata"/><Relationship Id="rId18" Type="http://schemas.openxmlformats.org/officeDocument/2006/relationships/font" Target="fonts/In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04073b74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g304073b74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33ea6609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33ea6609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33ea6609b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33ea6609b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04073b74c3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04073b74c3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4159ec1da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04159ec1da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04159ec1da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04159ec1da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04159ec1d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04159ec1d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04159ec1da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04159ec1da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04159ec1da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04159ec1da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04159ec1da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304159ec1da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04159ec1da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04159ec1d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04159ec1da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04159ec1da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04159ec1da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04159ec1da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50" name="Shape 50"/>
        <p:cNvGrpSpPr/>
        <p:nvPr/>
      </p:nvGrpSpPr>
      <p:grpSpPr>
        <a:xfrm>
          <a:off x="0" y="0"/>
          <a:ext cx="0" cy="0"/>
          <a:chOff x="0" y="0"/>
          <a:chExt cx="0" cy="0"/>
        </a:xfrm>
      </p:grpSpPr>
      <p:sp>
        <p:nvSpPr>
          <p:cNvPr id="51" name="Google Shape;5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2F1EE"/>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8.png"/><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5.png"/><Relationship Id="rId9" Type="http://schemas.openxmlformats.org/officeDocument/2006/relationships/image" Target="../media/image1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1.png"/><Relationship Id="rId8"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15.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32.png"/><Relationship Id="rId8"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8.png"/><Relationship Id="rId5" Type="http://schemas.openxmlformats.org/officeDocument/2006/relationships/image" Target="../media/image14.png"/><Relationship Id="rId6" Type="http://schemas.openxmlformats.org/officeDocument/2006/relationships/image" Target="../media/image20.png"/><Relationship Id="rId7"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31.png"/><Relationship Id="rId5" Type="http://schemas.openxmlformats.org/officeDocument/2006/relationships/image" Target="../media/image8.png"/><Relationship Id="rId6"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13.png"/><Relationship Id="rId5" Type="http://schemas.openxmlformats.org/officeDocument/2006/relationships/image" Target="../media/image2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28.png"/><Relationship Id="rId4" Type="http://schemas.openxmlformats.org/officeDocument/2006/relationships/image" Target="../media/image5.png"/><Relationship Id="rId5" Type="http://schemas.openxmlformats.org/officeDocument/2006/relationships/image" Target="../media/image29.png"/><Relationship Id="rId6"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5.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4.png"/><Relationship Id="rId5" Type="http://schemas.openxmlformats.org/officeDocument/2006/relationships/image" Target="../media/image30.png"/><Relationship Id="rId6"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4"/>
          <p:cNvSpPr txBox="1"/>
          <p:nvPr>
            <p:ph idx="4294967295" type="ctrTitle"/>
          </p:nvPr>
        </p:nvSpPr>
        <p:spPr>
          <a:xfrm>
            <a:off x="64008" y="638300"/>
            <a:ext cx="8520600" cy="1754700"/>
          </a:xfrm>
          <a:prstGeom prst="rect">
            <a:avLst/>
          </a:prstGeom>
        </p:spPr>
        <p:txBody>
          <a:bodyPr anchorCtr="0" anchor="t" bIns="91425" lIns="91425" spcFirstLastPara="1" rIns="91425" wrap="square" tIns="0">
            <a:spAutoFit/>
          </a:bodyPr>
          <a:lstStyle/>
          <a:p>
            <a:pPr indent="0" lvl="0" marL="0" rtl="0" algn="l">
              <a:lnSpc>
                <a:spcPct val="90000"/>
              </a:lnSpc>
              <a:spcBef>
                <a:spcPts val="0"/>
              </a:spcBef>
              <a:spcAft>
                <a:spcPts val="0"/>
              </a:spcAft>
              <a:buNone/>
            </a:pPr>
            <a:r>
              <a:rPr lang="en" sz="6000">
                <a:solidFill>
                  <a:srgbClr val="1A1A1A"/>
                </a:solidFill>
                <a:latin typeface="Inter ExtraBold"/>
                <a:ea typeface="Inter ExtraBold"/>
                <a:cs typeface="Inter ExtraBold"/>
                <a:sym typeface="Inter ExtraBold"/>
              </a:rPr>
              <a:t>Design elements </a:t>
            </a:r>
            <a:br>
              <a:rPr lang="en" sz="6000">
                <a:solidFill>
                  <a:srgbClr val="1A1A1A"/>
                </a:solidFill>
                <a:latin typeface="Inter ExtraBold"/>
                <a:ea typeface="Inter ExtraBold"/>
                <a:cs typeface="Inter ExtraBold"/>
                <a:sym typeface="Inter ExtraBold"/>
              </a:rPr>
            </a:br>
            <a:r>
              <a:rPr lang="en" sz="6000">
                <a:solidFill>
                  <a:srgbClr val="1A1A1A"/>
                </a:solidFill>
                <a:latin typeface="Inter ExtraBold"/>
                <a:ea typeface="Inter ExtraBold"/>
                <a:cs typeface="Inter ExtraBold"/>
                <a:sym typeface="Inter ExtraBold"/>
              </a:rPr>
              <a:t>for network diagrams</a:t>
            </a:r>
            <a:endParaRPr sz="6000">
              <a:solidFill>
                <a:srgbClr val="1A1A1A"/>
              </a:solidFill>
              <a:latin typeface="Inter ExtraBold"/>
              <a:ea typeface="Inter ExtraBold"/>
              <a:cs typeface="Inter ExtraBold"/>
              <a:sym typeface="Inter ExtraBold"/>
            </a:endParaRPr>
          </a:p>
        </p:txBody>
      </p:sp>
      <p:pic>
        <p:nvPicPr>
          <p:cNvPr id="57" name="Google Shape;57;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8" name="Google Shape;58;p14"/>
          <p:cNvSpPr txBox="1"/>
          <p:nvPr>
            <p:ph idx="4294967295" type="subTitle"/>
          </p:nvPr>
        </p:nvSpPr>
        <p:spPr>
          <a:xfrm>
            <a:off x="152400" y="4600950"/>
            <a:ext cx="8686800" cy="369300"/>
          </a:xfrm>
          <a:prstGeom prst="rect">
            <a:avLst/>
          </a:prstGeom>
        </p:spPr>
        <p:txBody>
          <a:bodyPr anchorCtr="0" anchor="t" bIns="91425" lIns="91425" spcFirstLastPara="1" rIns="91425" wrap="square" tIns="91425">
            <a:spAutoFit/>
          </a:bodyPr>
          <a:lstStyle/>
          <a:p>
            <a:pPr indent="0" lvl="0" marL="0" rtl="0" algn="l">
              <a:spcBef>
                <a:spcPts val="0"/>
              </a:spcBef>
              <a:spcAft>
                <a:spcPts val="1200"/>
              </a:spcAft>
              <a:buNone/>
            </a:pPr>
            <a:r>
              <a:rPr lang="en" sz="1200">
                <a:solidFill>
                  <a:srgbClr val="2A2A2A"/>
                </a:solidFill>
                <a:latin typeface="Inter Medium"/>
                <a:ea typeface="Inter Medium"/>
                <a:cs typeface="Inter Medium"/>
                <a:sym typeface="Inter Medium"/>
              </a:rPr>
              <a:t>CS Sprint 1 | Final Project</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5"/>
          <p:cNvSpPr txBox="1"/>
          <p:nvPr/>
        </p:nvSpPr>
        <p:spPr>
          <a:xfrm>
            <a:off x="575950" y="374250"/>
            <a:ext cx="7715400" cy="692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u="sng">
                <a:solidFill>
                  <a:schemeClr val="dk2"/>
                </a:solidFill>
                <a:latin typeface="Times New Roman"/>
                <a:ea typeface="Times New Roman"/>
                <a:cs typeface="Times New Roman"/>
                <a:sym typeface="Times New Roman"/>
              </a:rPr>
              <a:t>Network Redesign</a:t>
            </a:r>
            <a:endParaRPr b="1" sz="1100" u="sng">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b="1" lang="en" sz="1100">
                <a:solidFill>
                  <a:schemeClr val="dk2"/>
                </a:solidFill>
                <a:latin typeface="Times New Roman"/>
                <a:ea typeface="Times New Roman"/>
                <a:cs typeface="Times New Roman"/>
                <a:sym typeface="Times New Roman"/>
              </a:rPr>
              <a:t>Building A:                                  Building B:                              Building C:                           Building D:</a:t>
            </a:r>
            <a:endParaRPr b="1" sz="11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b="1" lang="en" sz="1100">
                <a:solidFill>
                  <a:schemeClr val="dk2"/>
                </a:solidFill>
                <a:latin typeface="Times New Roman"/>
                <a:ea typeface="Times New Roman"/>
                <a:cs typeface="Times New Roman"/>
                <a:sym typeface="Times New Roman"/>
              </a:rPr>
              <a:t>Manufacturing                           Parts Storage                            Office Staff                           IT Staff</a:t>
            </a:r>
            <a:endParaRPr b="1" sz="1100">
              <a:solidFill>
                <a:schemeClr val="dk2"/>
              </a:solidFill>
              <a:latin typeface="Times New Roman"/>
              <a:ea typeface="Times New Roman"/>
              <a:cs typeface="Times New Roman"/>
              <a:sym typeface="Times New Roman"/>
            </a:endParaRPr>
          </a:p>
        </p:txBody>
      </p:sp>
      <p:sp>
        <p:nvSpPr>
          <p:cNvPr id="64" name="Google Shape;64;p15"/>
          <p:cNvSpPr txBox="1"/>
          <p:nvPr/>
        </p:nvSpPr>
        <p:spPr>
          <a:xfrm>
            <a:off x="662063" y="1526138"/>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65" name="Google Shape;65;p15"/>
          <p:cNvPicPr preferRelativeResize="0"/>
          <p:nvPr/>
        </p:nvPicPr>
        <p:blipFill>
          <a:blip r:embed="rId3">
            <a:alphaModFix/>
          </a:blip>
          <a:stretch>
            <a:fillRect/>
          </a:stretch>
        </p:blipFill>
        <p:spPr>
          <a:xfrm>
            <a:off x="498400" y="1499576"/>
            <a:ext cx="252529" cy="59273"/>
          </a:xfrm>
          <a:prstGeom prst="rect">
            <a:avLst/>
          </a:prstGeom>
          <a:noFill/>
          <a:ln>
            <a:noFill/>
          </a:ln>
        </p:spPr>
      </p:pic>
      <p:pic>
        <p:nvPicPr>
          <p:cNvPr id="66" name="Google Shape;66;p15"/>
          <p:cNvPicPr preferRelativeResize="0"/>
          <p:nvPr/>
        </p:nvPicPr>
        <p:blipFill>
          <a:blip r:embed="rId3">
            <a:alphaModFix/>
          </a:blip>
          <a:stretch>
            <a:fillRect/>
          </a:stretch>
        </p:blipFill>
        <p:spPr>
          <a:xfrm>
            <a:off x="498400" y="1373584"/>
            <a:ext cx="252529" cy="59273"/>
          </a:xfrm>
          <a:prstGeom prst="rect">
            <a:avLst/>
          </a:prstGeom>
          <a:noFill/>
          <a:ln>
            <a:noFill/>
          </a:ln>
        </p:spPr>
      </p:pic>
      <p:pic>
        <p:nvPicPr>
          <p:cNvPr id="67" name="Google Shape;67;p15"/>
          <p:cNvPicPr preferRelativeResize="0"/>
          <p:nvPr/>
        </p:nvPicPr>
        <p:blipFill>
          <a:blip r:embed="rId3">
            <a:alphaModFix/>
          </a:blip>
          <a:stretch>
            <a:fillRect/>
          </a:stretch>
        </p:blipFill>
        <p:spPr>
          <a:xfrm>
            <a:off x="897854" y="1301771"/>
            <a:ext cx="252529" cy="59273"/>
          </a:xfrm>
          <a:prstGeom prst="rect">
            <a:avLst/>
          </a:prstGeom>
          <a:noFill/>
          <a:ln>
            <a:noFill/>
          </a:ln>
        </p:spPr>
      </p:pic>
      <p:pic>
        <p:nvPicPr>
          <p:cNvPr id="68" name="Google Shape;68;p15"/>
          <p:cNvPicPr preferRelativeResize="0"/>
          <p:nvPr/>
        </p:nvPicPr>
        <p:blipFill>
          <a:blip r:embed="rId3">
            <a:alphaModFix/>
          </a:blip>
          <a:stretch>
            <a:fillRect/>
          </a:stretch>
        </p:blipFill>
        <p:spPr>
          <a:xfrm>
            <a:off x="1297321" y="1499576"/>
            <a:ext cx="252529" cy="59273"/>
          </a:xfrm>
          <a:prstGeom prst="rect">
            <a:avLst/>
          </a:prstGeom>
          <a:noFill/>
          <a:ln>
            <a:noFill/>
          </a:ln>
        </p:spPr>
      </p:pic>
      <p:pic>
        <p:nvPicPr>
          <p:cNvPr id="69" name="Google Shape;69;p15"/>
          <p:cNvPicPr preferRelativeResize="0"/>
          <p:nvPr/>
        </p:nvPicPr>
        <p:blipFill>
          <a:blip r:embed="rId3">
            <a:alphaModFix/>
          </a:blip>
          <a:stretch>
            <a:fillRect/>
          </a:stretch>
        </p:blipFill>
        <p:spPr>
          <a:xfrm>
            <a:off x="1297321" y="1373584"/>
            <a:ext cx="252529" cy="59273"/>
          </a:xfrm>
          <a:prstGeom prst="rect">
            <a:avLst/>
          </a:prstGeom>
          <a:noFill/>
          <a:ln>
            <a:noFill/>
          </a:ln>
        </p:spPr>
      </p:pic>
      <p:pic>
        <p:nvPicPr>
          <p:cNvPr id="70" name="Google Shape;70;p15"/>
          <p:cNvPicPr preferRelativeResize="0"/>
          <p:nvPr/>
        </p:nvPicPr>
        <p:blipFill>
          <a:blip r:embed="rId3">
            <a:alphaModFix/>
          </a:blip>
          <a:stretch>
            <a:fillRect/>
          </a:stretch>
        </p:blipFill>
        <p:spPr>
          <a:xfrm>
            <a:off x="909290" y="1614704"/>
            <a:ext cx="252529" cy="36945"/>
          </a:xfrm>
          <a:prstGeom prst="rect">
            <a:avLst/>
          </a:prstGeom>
          <a:noFill/>
          <a:ln>
            <a:noFill/>
          </a:ln>
        </p:spPr>
      </p:pic>
      <p:cxnSp>
        <p:nvCxnSpPr>
          <p:cNvPr id="71" name="Google Shape;71;p15"/>
          <p:cNvCxnSpPr/>
          <p:nvPr/>
        </p:nvCxnSpPr>
        <p:spPr>
          <a:xfrm>
            <a:off x="1024125" y="1369059"/>
            <a:ext cx="0" cy="213300"/>
          </a:xfrm>
          <a:prstGeom prst="straightConnector1">
            <a:avLst/>
          </a:prstGeom>
          <a:noFill/>
          <a:ln cap="flat" cmpd="sng" w="9525">
            <a:solidFill>
              <a:schemeClr val="dk1"/>
            </a:solidFill>
            <a:prstDash val="solid"/>
            <a:round/>
            <a:headEnd len="med" w="med" type="none"/>
            <a:tailEnd len="med" w="med" type="none"/>
          </a:ln>
        </p:spPr>
      </p:cxnSp>
      <p:cxnSp>
        <p:nvCxnSpPr>
          <p:cNvPr id="72" name="Google Shape;72;p15"/>
          <p:cNvCxnSpPr>
            <a:stCxn id="66" idx="3"/>
            <a:endCxn id="68" idx="1"/>
          </p:cNvCxnSpPr>
          <p:nvPr/>
        </p:nvCxnSpPr>
        <p:spPr>
          <a:xfrm>
            <a:off x="750929" y="1403221"/>
            <a:ext cx="546300" cy="126000"/>
          </a:xfrm>
          <a:prstGeom prst="straightConnector1">
            <a:avLst/>
          </a:prstGeom>
          <a:noFill/>
          <a:ln cap="flat" cmpd="sng" w="9525">
            <a:solidFill>
              <a:schemeClr val="dk1"/>
            </a:solidFill>
            <a:prstDash val="solid"/>
            <a:round/>
            <a:headEnd len="med" w="med" type="none"/>
            <a:tailEnd len="med" w="med" type="none"/>
          </a:ln>
        </p:spPr>
      </p:cxnSp>
      <p:cxnSp>
        <p:nvCxnSpPr>
          <p:cNvPr id="73" name="Google Shape;73;p15"/>
          <p:cNvCxnSpPr>
            <a:stCxn id="65" idx="3"/>
            <a:endCxn id="69" idx="1"/>
          </p:cNvCxnSpPr>
          <p:nvPr/>
        </p:nvCxnSpPr>
        <p:spPr>
          <a:xfrm flipH="1" rot="10800000">
            <a:off x="750929" y="1403213"/>
            <a:ext cx="546300" cy="126000"/>
          </a:xfrm>
          <a:prstGeom prst="straightConnector1">
            <a:avLst/>
          </a:prstGeom>
          <a:noFill/>
          <a:ln cap="flat" cmpd="sng" w="9525">
            <a:solidFill>
              <a:schemeClr val="dk1"/>
            </a:solidFill>
            <a:prstDash val="solid"/>
            <a:round/>
            <a:headEnd len="med" w="med" type="none"/>
            <a:tailEnd len="med" w="med" type="none"/>
          </a:ln>
        </p:spPr>
      </p:cxnSp>
      <p:cxnSp>
        <p:nvCxnSpPr>
          <p:cNvPr id="74" name="Google Shape;74;p15"/>
          <p:cNvCxnSpPr>
            <a:endCxn id="67" idx="1"/>
          </p:cNvCxnSpPr>
          <p:nvPr/>
        </p:nvCxnSpPr>
        <p:spPr>
          <a:xfrm flipH="1" rot="10800000">
            <a:off x="653654" y="1331407"/>
            <a:ext cx="244200" cy="31800"/>
          </a:xfrm>
          <a:prstGeom prst="straightConnector1">
            <a:avLst/>
          </a:prstGeom>
          <a:noFill/>
          <a:ln cap="flat" cmpd="sng" w="9525">
            <a:solidFill>
              <a:schemeClr val="dk1"/>
            </a:solidFill>
            <a:prstDash val="solid"/>
            <a:round/>
            <a:headEnd len="med" w="med" type="none"/>
            <a:tailEnd len="med" w="med" type="none"/>
          </a:ln>
        </p:spPr>
      </p:cxnSp>
      <p:cxnSp>
        <p:nvCxnSpPr>
          <p:cNvPr id="75" name="Google Shape;75;p15"/>
          <p:cNvCxnSpPr/>
          <p:nvPr/>
        </p:nvCxnSpPr>
        <p:spPr>
          <a:xfrm rot="10800000">
            <a:off x="1150570" y="1335653"/>
            <a:ext cx="244200" cy="31800"/>
          </a:xfrm>
          <a:prstGeom prst="straightConnector1">
            <a:avLst/>
          </a:prstGeom>
          <a:noFill/>
          <a:ln cap="flat" cmpd="sng" w="9525">
            <a:solidFill>
              <a:schemeClr val="dk1"/>
            </a:solidFill>
            <a:prstDash val="solid"/>
            <a:round/>
            <a:headEnd len="med" w="med" type="none"/>
            <a:tailEnd len="med" w="med" type="none"/>
          </a:ln>
        </p:spPr>
      </p:cxnSp>
      <p:cxnSp>
        <p:nvCxnSpPr>
          <p:cNvPr id="76" name="Google Shape;76;p15"/>
          <p:cNvCxnSpPr/>
          <p:nvPr/>
        </p:nvCxnSpPr>
        <p:spPr>
          <a:xfrm>
            <a:off x="653464" y="1564991"/>
            <a:ext cx="244200" cy="31800"/>
          </a:xfrm>
          <a:prstGeom prst="straightConnector1">
            <a:avLst/>
          </a:prstGeom>
          <a:noFill/>
          <a:ln cap="flat" cmpd="sng" w="9525">
            <a:solidFill>
              <a:schemeClr val="dk1"/>
            </a:solidFill>
            <a:prstDash val="solid"/>
            <a:round/>
            <a:headEnd len="med" w="med" type="none"/>
            <a:tailEnd len="med" w="med" type="none"/>
          </a:ln>
        </p:spPr>
      </p:cxnSp>
      <p:cxnSp>
        <p:nvCxnSpPr>
          <p:cNvPr id="77" name="Google Shape;77;p15"/>
          <p:cNvCxnSpPr/>
          <p:nvPr/>
        </p:nvCxnSpPr>
        <p:spPr>
          <a:xfrm flipH="1">
            <a:off x="1150570" y="1564991"/>
            <a:ext cx="244200" cy="31800"/>
          </a:xfrm>
          <a:prstGeom prst="straightConnector1">
            <a:avLst/>
          </a:prstGeom>
          <a:noFill/>
          <a:ln cap="flat" cmpd="sng" w="9525">
            <a:solidFill>
              <a:schemeClr val="dk1"/>
            </a:solidFill>
            <a:prstDash val="solid"/>
            <a:round/>
            <a:headEnd len="med" w="med" type="none"/>
            <a:tailEnd len="med" w="med" type="none"/>
          </a:ln>
        </p:spPr>
      </p:cxnSp>
      <p:cxnSp>
        <p:nvCxnSpPr>
          <p:cNvPr id="78" name="Google Shape;78;p15"/>
          <p:cNvCxnSpPr/>
          <p:nvPr/>
        </p:nvCxnSpPr>
        <p:spPr>
          <a:xfrm>
            <a:off x="624660" y="1436582"/>
            <a:ext cx="0" cy="59100"/>
          </a:xfrm>
          <a:prstGeom prst="straightConnector1">
            <a:avLst/>
          </a:prstGeom>
          <a:noFill/>
          <a:ln cap="flat" cmpd="sng" w="9525">
            <a:solidFill>
              <a:schemeClr val="dk1"/>
            </a:solidFill>
            <a:prstDash val="solid"/>
            <a:round/>
            <a:headEnd len="med" w="med" type="none"/>
            <a:tailEnd len="med" w="med" type="none"/>
          </a:ln>
        </p:spPr>
      </p:cxnSp>
      <p:cxnSp>
        <p:nvCxnSpPr>
          <p:cNvPr id="79" name="Google Shape;79;p15"/>
          <p:cNvCxnSpPr/>
          <p:nvPr/>
        </p:nvCxnSpPr>
        <p:spPr>
          <a:xfrm>
            <a:off x="1423591" y="1436582"/>
            <a:ext cx="0" cy="59100"/>
          </a:xfrm>
          <a:prstGeom prst="straightConnector1">
            <a:avLst/>
          </a:prstGeom>
          <a:noFill/>
          <a:ln cap="flat" cmpd="sng" w="9525">
            <a:solidFill>
              <a:schemeClr val="dk1"/>
            </a:solidFill>
            <a:prstDash val="solid"/>
            <a:round/>
            <a:headEnd len="med" w="med" type="none"/>
            <a:tailEnd len="med" w="med" type="none"/>
          </a:ln>
        </p:spPr>
      </p:cxnSp>
      <p:cxnSp>
        <p:nvCxnSpPr>
          <p:cNvPr id="80" name="Google Shape;80;p15"/>
          <p:cNvCxnSpPr/>
          <p:nvPr/>
        </p:nvCxnSpPr>
        <p:spPr>
          <a:xfrm>
            <a:off x="750947" y="1391391"/>
            <a:ext cx="549300" cy="0"/>
          </a:xfrm>
          <a:prstGeom prst="straightConnector1">
            <a:avLst/>
          </a:prstGeom>
          <a:noFill/>
          <a:ln cap="flat" cmpd="sng" w="9525">
            <a:solidFill>
              <a:schemeClr val="dk1"/>
            </a:solidFill>
            <a:prstDash val="solid"/>
            <a:round/>
            <a:headEnd len="med" w="med" type="none"/>
            <a:tailEnd len="med" w="med" type="none"/>
          </a:ln>
        </p:spPr>
      </p:cxnSp>
      <p:cxnSp>
        <p:nvCxnSpPr>
          <p:cNvPr id="81" name="Google Shape;81;p15"/>
          <p:cNvCxnSpPr/>
          <p:nvPr/>
        </p:nvCxnSpPr>
        <p:spPr>
          <a:xfrm>
            <a:off x="750947" y="1536610"/>
            <a:ext cx="549300" cy="0"/>
          </a:xfrm>
          <a:prstGeom prst="straightConnector1">
            <a:avLst/>
          </a:prstGeom>
          <a:noFill/>
          <a:ln cap="flat" cmpd="sng" w="9525">
            <a:solidFill>
              <a:schemeClr val="dk1"/>
            </a:solidFill>
            <a:prstDash val="solid"/>
            <a:round/>
            <a:headEnd len="med" w="med" type="none"/>
            <a:tailEnd len="med" w="med" type="none"/>
          </a:ln>
        </p:spPr>
      </p:cxnSp>
      <p:cxnSp>
        <p:nvCxnSpPr>
          <p:cNvPr id="82" name="Google Shape;82;p15"/>
          <p:cNvCxnSpPr/>
          <p:nvPr/>
        </p:nvCxnSpPr>
        <p:spPr>
          <a:xfrm>
            <a:off x="750943" y="1415190"/>
            <a:ext cx="244800" cy="166800"/>
          </a:xfrm>
          <a:prstGeom prst="straightConnector1">
            <a:avLst/>
          </a:prstGeom>
          <a:noFill/>
          <a:ln cap="flat" cmpd="sng" w="9525">
            <a:solidFill>
              <a:schemeClr val="dk1"/>
            </a:solidFill>
            <a:prstDash val="solid"/>
            <a:round/>
            <a:headEnd len="med" w="med" type="none"/>
            <a:tailEnd len="med" w="med" type="none"/>
          </a:ln>
        </p:spPr>
      </p:cxnSp>
      <p:cxnSp>
        <p:nvCxnSpPr>
          <p:cNvPr id="83" name="Google Shape;83;p15"/>
          <p:cNvCxnSpPr/>
          <p:nvPr/>
        </p:nvCxnSpPr>
        <p:spPr>
          <a:xfrm flipH="1">
            <a:off x="1052499" y="1415190"/>
            <a:ext cx="244800" cy="166800"/>
          </a:xfrm>
          <a:prstGeom prst="straightConnector1">
            <a:avLst/>
          </a:prstGeom>
          <a:noFill/>
          <a:ln cap="flat" cmpd="sng" w="9525">
            <a:solidFill>
              <a:schemeClr val="dk1"/>
            </a:solidFill>
            <a:prstDash val="solid"/>
            <a:round/>
            <a:headEnd len="med" w="med" type="none"/>
            <a:tailEnd len="med" w="med" type="none"/>
          </a:ln>
        </p:spPr>
      </p:cxnSp>
      <p:cxnSp>
        <p:nvCxnSpPr>
          <p:cNvPr id="84" name="Google Shape;84;p15"/>
          <p:cNvCxnSpPr/>
          <p:nvPr/>
        </p:nvCxnSpPr>
        <p:spPr>
          <a:xfrm flipH="1" rot="10800000">
            <a:off x="750947" y="1372247"/>
            <a:ext cx="247800" cy="148500"/>
          </a:xfrm>
          <a:prstGeom prst="straightConnector1">
            <a:avLst/>
          </a:prstGeom>
          <a:noFill/>
          <a:ln cap="flat" cmpd="sng" w="9525">
            <a:solidFill>
              <a:schemeClr val="dk1"/>
            </a:solidFill>
            <a:prstDash val="solid"/>
            <a:round/>
            <a:headEnd len="med" w="med" type="none"/>
            <a:tailEnd len="med" w="med" type="none"/>
          </a:ln>
        </p:spPr>
      </p:cxnSp>
      <p:cxnSp>
        <p:nvCxnSpPr>
          <p:cNvPr id="85" name="Google Shape;85;p15"/>
          <p:cNvCxnSpPr/>
          <p:nvPr/>
        </p:nvCxnSpPr>
        <p:spPr>
          <a:xfrm rot="10800000">
            <a:off x="1038108" y="1376626"/>
            <a:ext cx="245400" cy="148500"/>
          </a:xfrm>
          <a:prstGeom prst="straightConnector1">
            <a:avLst/>
          </a:prstGeom>
          <a:noFill/>
          <a:ln cap="flat" cmpd="sng" w="9525">
            <a:solidFill>
              <a:schemeClr val="dk1"/>
            </a:solidFill>
            <a:prstDash val="solid"/>
            <a:round/>
            <a:headEnd len="med" w="med" type="none"/>
            <a:tailEnd len="med" w="med" type="none"/>
          </a:ln>
        </p:spPr>
      </p:cxnSp>
      <p:sp>
        <p:nvSpPr>
          <p:cNvPr id="86" name="Google Shape;86;p15"/>
          <p:cNvSpPr txBox="1"/>
          <p:nvPr/>
        </p:nvSpPr>
        <p:spPr>
          <a:xfrm>
            <a:off x="1777553" y="2039812"/>
            <a:ext cx="678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b="1" sz="1800">
              <a:solidFill>
                <a:schemeClr val="dk2"/>
              </a:solidFill>
            </a:endParaRPr>
          </a:p>
        </p:txBody>
      </p:sp>
      <p:sp>
        <p:nvSpPr>
          <p:cNvPr id="87" name="Google Shape;87;p15"/>
          <p:cNvSpPr txBox="1"/>
          <p:nvPr/>
        </p:nvSpPr>
        <p:spPr>
          <a:xfrm>
            <a:off x="2585577" y="1446990"/>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88" name="Google Shape;88;p15"/>
          <p:cNvPicPr preferRelativeResize="0"/>
          <p:nvPr/>
        </p:nvPicPr>
        <p:blipFill>
          <a:blip r:embed="rId3">
            <a:alphaModFix/>
          </a:blip>
          <a:stretch>
            <a:fillRect/>
          </a:stretch>
        </p:blipFill>
        <p:spPr>
          <a:xfrm>
            <a:off x="2376500" y="1443721"/>
            <a:ext cx="252530" cy="56044"/>
          </a:xfrm>
          <a:prstGeom prst="rect">
            <a:avLst/>
          </a:prstGeom>
          <a:noFill/>
          <a:ln>
            <a:noFill/>
          </a:ln>
        </p:spPr>
      </p:pic>
      <p:pic>
        <p:nvPicPr>
          <p:cNvPr id="89" name="Google Shape;89;p15"/>
          <p:cNvPicPr preferRelativeResize="0"/>
          <p:nvPr/>
        </p:nvPicPr>
        <p:blipFill>
          <a:blip r:embed="rId3">
            <a:alphaModFix/>
          </a:blip>
          <a:stretch>
            <a:fillRect/>
          </a:stretch>
        </p:blipFill>
        <p:spPr>
          <a:xfrm>
            <a:off x="2376500" y="1324592"/>
            <a:ext cx="252530" cy="56044"/>
          </a:xfrm>
          <a:prstGeom prst="rect">
            <a:avLst/>
          </a:prstGeom>
          <a:noFill/>
          <a:ln>
            <a:noFill/>
          </a:ln>
        </p:spPr>
      </p:pic>
      <p:pic>
        <p:nvPicPr>
          <p:cNvPr id="90" name="Google Shape;90;p15"/>
          <p:cNvPicPr preferRelativeResize="0"/>
          <p:nvPr/>
        </p:nvPicPr>
        <p:blipFill>
          <a:blip r:embed="rId3">
            <a:alphaModFix/>
          </a:blip>
          <a:stretch>
            <a:fillRect/>
          </a:stretch>
        </p:blipFill>
        <p:spPr>
          <a:xfrm>
            <a:off x="2775955" y="1256690"/>
            <a:ext cx="252530" cy="56044"/>
          </a:xfrm>
          <a:prstGeom prst="rect">
            <a:avLst/>
          </a:prstGeom>
          <a:noFill/>
          <a:ln>
            <a:noFill/>
          </a:ln>
        </p:spPr>
      </p:pic>
      <p:pic>
        <p:nvPicPr>
          <p:cNvPr id="91" name="Google Shape;91;p15"/>
          <p:cNvPicPr preferRelativeResize="0"/>
          <p:nvPr/>
        </p:nvPicPr>
        <p:blipFill>
          <a:blip r:embed="rId3">
            <a:alphaModFix/>
          </a:blip>
          <a:stretch>
            <a:fillRect/>
          </a:stretch>
        </p:blipFill>
        <p:spPr>
          <a:xfrm>
            <a:off x="3175425" y="1443721"/>
            <a:ext cx="252530" cy="56044"/>
          </a:xfrm>
          <a:prstGeom prst="rect">
            <a:avLst/>
          </a:prstGeom>
          <a:noFill/>
          <a:ln>
            <a:noFill/>
          </a:ln>
        </p:spPr>
      </p:pic>
      <p:pic>
        <p:nvPicPr>
          <p:cNvPr id="92" name="Google Shape;92;p15"/>
          <p:cNvPicPr preferRelativeResize="0"/>
          <p:nvPr/>
        </p:nvPicPr>
        <p:blipFill>
          <a:blip r:embed="rId3">
            <a:alphaModFix/>
          </a:blip>
          <a:stretch>
            <a:fillRect/>
          </a:stretch>
        </p:blipFill>
        <p:spPr>
          <a:xfrm>
            <a:off x="3175425" y="1324592"/>
            <a:ext cx="252530" cy="56044"/>
          </a:xfrm>
          <a:prstGeom prst="rect">
            <a:avLst/>
          </a:prstGeom>
          <a:noFill/>
          <a:ln>
            <a:noFill/>
          </a:ln>
        </p:spPr>
      </p:pic>
      <p:pic>
        <p:nvPicPr>
          <p:cNvPr id="93" name="Google Shape;93;p15"/>
          <p:cNvPicPr preferRelativeResize="0"/>
          <p:nvPr/>
        </p:nvPicPr>
        <p:blipFill>
          <a:blip r:embed="rId3">
            <a:alphaModFix/>
          </a:blip>
          <a:stretch>
            <a:fillRect/>
          </a:stretch>
        </p:blipFill>
        <p:spPr>
          <a:xfrm>
            <a:off x="2775962" y="1525743"/>
            <a:ext cx="252530" cy="56044"/>
          </a:xfrm>
          <a:prstGeom prst="rect">
            <a:avLst/>
          </a:prstGeom>
          <a:noFill/>
          <a:ln>
            <a:noFill/>
          </a:ln>
        </p:spPr>
      </p:pic>
      <p:cxnSp>
        <p:nvCxnSpPr>
          <p:cNvPr id="94" name="Google Shape;94;p15"/>
          <p:cNvCxnSpPr/>
          <p:nvPr/>
        </p:nvCxnSpPr>
        <p:spPr>
          <a:xfrm>
            <a:off x="2902228" y="1320313"/>
            <a:ext cx="0" cy="201600"/>
          </a:xfrm>
          <a:prstGeom prst="straightConnector1">
            <a:avLst/>
          </a:prstGeom>
          <a:noFill/>
          <a:ln cap="flat" cmpd="sng" w="9525">
            <a:solidFill>
              <a:schemeClr val="dk1"/>
            </a:solidFill>
            <a:prstDash val="solid"/>
            <a:round/>
            <a:headEnd len="med" w="med" type="none"/>
            <a:tailEnd len="med" w="med" type="none"/>
          </a:ln>
        </p:spPr>
      </p:cxnSp>
      <p:cxnSp>
        <p:nvCxnSpPr>
          <p:cNvPr id="95" name="Google Shape;95;p15"/>
          <p:cNvCxnSpPr>
            <a:stCxn id="89" idx="3"/>
            <a:endCxn id="91" idx="1"/>
          </p:cNvCxnSpPr>
          <p:nvPr/>
        </p:nvCxnSpPr>
        <p:spPr>
          <a:xfrm>
            <a:off x="2629030" y="1352614"/>
            <a:ext cx="546300" cy="119100"/>
          </a:xfrm>
          <a:prstGeom prst="straightConnector1">
            <a:avLst/>
          </a:prstGeom>
          <a:noFill/>
          <a:ln cap="flat" cmpd="sng" w="9525">
            <a:solidFill>
              <a:schemeClr val="dk1"/>
            </a:solidFill>
            <a:prstDash val="solid"/>
            <a:round/>
            <a:headEnd len="med" w="med" type="none"/>
            <a:tailEnd len="med" w="med" type="none"/>
          </a:ln>
        </p:spPr>
      </p:cxnSp>
      <p:cxnSp>
        <p:nvCxnSpPr>
          <p:cNvPr id="96" name="Google Shape;96;p15"/>
          <p:cNvCxnSpPr>
            <a:stCxn id="88" idx="3"/>
            <a:endCxn id="92" idx="1"/>
          </p:cNvCxnSpPr>
          <p:nvPr/>
        </p:nvCxnSpPr>
        <p:spPr>
          <a:xfrm flipH="1" rot="10800000">
            <a:off x="2629030" y="1352643"/>
            <a:ext cx="546300" cy="119100"/>
          </a:xfrm>
          <a:prstGeom prst="straightConnector1">
            <a:avLst/>
          </a:prstGeom>
          <a:noFill/>
          <a:ln cap="flat" cmpd="sng" w="9525">
            <a:solidFill>
              <a:schemeClr val="dk1"/>
            </a:solidFill>
            <a:prstDash val="solid"/>
            <a:round/>
            <a:headEnd len="med" w="med" type="none"/>
            <a:tailEnd len="med" w="med" type="none"/>
          </a:ln>
        </p:spPr>
      </p:cxnSp>
      <p:cxnSp>
        <p:nvCxnSpPr>
          <p:cNvPr id="97" name="Google Shape;97;p15"/>
          <p:cNvCxnSpPr>
            <a:endCxn id="90" idx="1"/>
          </p:cNvCxnSpPr>
          <p:nvPr/>
        </p:nvCxnSpPr>
        <p:spPr>
          <a:xfrm flipH="1" rot="10800000">
            <a:off x="2531755" y="1284712"/>
            <a:ext cx="244200" cy="30300"/>
          </a:xfrm>
          <a:prstGeom prst="straightConnector1">
            <a:avLst/>
          </a:prstGeom>
          <a:noFill/>
          <a:ln cap="flat" cmpd="sng" w="9525">
            <a:solidFill>
              <a:schemeClr val="dk1"/>
            </a:solidFill>
            <a:prstDash val="solid"/>
            <a:round/>
            <a:headEnd len="med" w="med" type="none"/>
            <a:tailEnd len="med" w="med" type="none"/>
          </a:ln>
        </p:spPr>
      </p:cxnSp>
      <p:cxnSp>
        <p:nvCxnSpPr>
          <p:cNvPr id="98" name="Google Shape;98;p15"/>
          <p:cNvCxnSpPr/>
          <p:nvPr/>
        </p:nvCxnSpPr>
        <p:spPr>
          <a:xfrm rot="10800000">
            <a:off x="3028674" y="1288494"/>
            <a:ext cx="244200" cy="30300"/>
          </a:xfrm>
          <a:prstGeom prst="straightConnector1">
            <a:avLst/>
          </a:prstGeom>
          <a:noFill/>
          <a:ln cap="flat" cmpd="sng" w="9525">
            <a:solidFill>
              <a:schemeClr val="dk1"/>
            </a:solidFill>
            <a:prstDash val="solid"/>
            <a:round/>
            <a:headEnd len="med" w="med" type="none"/>
            <a:tailEnd len="med" w="med" type="none"/>
          </a:ln>
        </p:spPr>
      </p:cxnSp>
      <p:cxnSp>
        <p:nvCxnSpPr>
          <p:cNvPr id="99" name="Google Shape;99;p15"/>
          <p:cNvCxnSpPr/>
          <p:nvPr/>
        </p:nvCxnSpPr>
        <p:spPr>
          <a:xfrm>
            <a:off x="2531564" y="1505572"/>
            <a:ext cx="244200" cy="30300"/>
          </a:xfrm>
          <a:prstGeom prst="straightConnector1">
            <a:avLst/>
          </a:prstGeom>
          <a:noFill/>
          <a:ln cap="flat" cmpd="sng" w="9525">
            <a:solidFill>
              <a:schemeClr val="dk1"/>
            </a:solidFill>
            <a:prstDash val="solid"/>
            <a:round/>
            <a:headEnd len="med" w="med" type="none"/>
            <a:tailEnd len="med" w="med" type="none"/>
          </a:ln>
        </p:spPr>
      </p:cxnSp>
      <p:cxnSp>
        <p:nvCxnSpPr>
          <p:cNvPr id="100" name="Google Shape;100;p15"/>
          <p:cNvCxnSpPr/>
          <p:nvPr/>
        </p:nvCxnSpPr>
        <p:spPr>
          <a:xfrm flipH="1">
            <a:off x="3028674" y="1505572"/>
            <a:ext cx="244200" cy="30300"/>
          </a:xfrm>
          <a:prstGeom prst="straightConnector1">
            <a:avLst/>
          </a:prstGeom>
          <a:noFill/>
          <a:ln cap="flat" cmpd="sng" w="9525">
            <a:solidFill>
              <a:schemeClr val="dk1"/>
            </a:solidFill>
            <a:prstDash val="solid"/>
            <a:round/>
            <a:headEnd len="med" w="med" type="none"/>
            <a:tailEnd len="med" w="med" type="none"/>
          </a:ln>
        </p:spPr>
      </p:cxnSp>
      <p:cxnSp>
        <p:nvCxnSpPr>
          <p:cNvPr id="101" name="Google Shape;101;p15"/>
          <p:cNvCxnSpPr/>
          <p:nvPr/>
        </p:nvCxnSpPr>
        <p:spPr>
          <a:xfrm>
            <a:off x="2502761" y="1384158"/>
            <a:ext cx="0" cy="56100"/>
          </a:xfrm>
          <a:prstGeom prst="straightConnector1">
            <a:avLst/>
          </a:prstGeom>
          <a:noFill/>
          <a:ln cap="flat" cmpd="sng" w="9525">
            <a:solidFill>
              <a:schemeClr val="dk1"/>
            </a:solidFill>
            <a:prstDash val="solid"/>
            <a:round/>
            <a:headEnd len="med" w="med" type="none"/>
            <a:tailEnd len="med" w="med" type="none"/>
          </a:ln>
        </p:spPr>
      </p:cxnSp>
      <p:cxnSp>
        <p:nvCxnSpPr>
          <p:cNvPr id="102" name="Google Shape;102;p15"/>
          <p:cNvCxnSpPr/>
          <p:nvPr/>
        </p:nvCxnSpPr>
        <p:spPr>
          <a:xfrm>
            <a:off x="3301695" y="1384158"/>
            <a:ext cx="0" cy="56100"/>
          </a:xfrm>
          <a:prstGeom prst="straightConnector1">
            <a:avLst/>
          </a:prstGeom>
          <a:noFill/>
          <a:ln cap="flat" cmpd="sng" w="9525">
            <a:solidFill>
              <a:schemeClr val="dk1"/>
            </a:solidFill>
            <a:prstDash val="solid"/>
            <a:round/>
            <a:headEnd len="med" w="med" type="none"/>
            <a:tailEnd len="med" w="med" type="none"/>
          </a:ln>
        </p:spPr>
      </p:cxnSp>
      <p:cxnSp>
        <p:nvCxnSpPr>
          <p:cNvPr id="103" name="Google Shape;103;p15"/>
          <p:cNvCxnSpPr/>
          <p:nvPr/>
        </p:nvCxnSpPr>
        <p:spPr>
          <a:xfrm>
            <a:off x="2629048" y="1341428"/>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04" name="Google Shape;104;p15"/>
          <p:cNvCxnSpPr/>
          <p:nvPr/>
        </p:nvCxnSpPr>
        <p:spPr>
          <a:xfrm>
            <a:off x="2629048" y="1478737"/>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05" name="Google Shape;105;p15"/>
          <p:cNvCxnSpPr/>
          <p:nvPr/>
        </p:nvCxnSpPr>
        <p:spPr>
          <a:xfrm>
            <a:off x="2629044" y="1363931"/>
            <a:ext cx="244800" cy="157800"/>
          </a:xfrm>
          <a:prstGeom prst="straightConnector1">
            <a:avLst/>
          </a:prstGeom>
          <a:noFill/>
          <a:ln cap="flat" cmpd="sng" w="9525">
            <a:solidFill>
              <a:schemeClr val="dk1"/>
            </a:solidFill>
            <a:prstDash val="solid"/>
            <a:round/>
            <a:headEnd len="med" w="med" type="none"/>
            <a:tailEnd len="med" w="med" type="none"/>
          </a:ln>
        </p:spPr>
      </p:cxnSp>
      <p:cxnSp>
        <p:nvCxnSpPr>
          <p:cNvPr id="106" name="Google Shape;106;p15"/>
          <p:cNvCxnSpPr/>
          <p:nvPr/>
        </p:nvCxnSpPr>
        <p:spPr>
          <a:xfrm flipH="1">
            <a:off x="2930603" y="1363931"/>
            <a:ext cx="244800" cy="157800"/>
          </a:xfrm>
          <a:prstGeom prst="straightConnector1">
            <a:avLst/>
          </a:prstGeom>
          <a:noFill/>
          <a:ln cap="flat" cmpd="sng" w="9525">
            <a:solidFill>
              <a:schemeClr val="dk1"/>
            </a:solidFill>
            <a:prstDash val="solid"/>
            <a:round/>
            <a:headEnd len="med" w="med" type="none"/>
            <a:tailEnd len="med" w="med" type="none"/>
          </a:ln>
        </p:spPr>
      </p:cxnSp>
      <p:cxnSp>
        <p:nvCxnSpPr>
          <p:cNvPr id="107" name="Google Shape;107;p15"/>
          <p:cNvCxnSpPr/>
          <p:nvPr/>
        </p:nvCxnSpPr>
        <p:spPr>
          <a:xfrm flipH="1" rot="10800000">
            <a:off x="2629048" y="1323339"/>
            <a:ext cx="247800" cy="140400"/>
          </a:xfrm>
          <a:prstGeom prst="straightConnector1">
            <a:avLst/>
          </a:prstGeom>
          <a:noFill/>
          <a:ln cap="flat" cmpd="sng" w="9525">
            <a:solidFill>
              <a:schemeClr val="dk1"/>
            </a:solidFill>
            <a:prstDash val="solid"/>
            <a:round/>
            <a:headEnd len="med" w="med" type="none"/>
            <a:tailEnd len="med" w="med" type="none"/>
          </a:ln>
        </p:spPr>
      </p:cxnSp>
      <p:cxnSp>
        <p:nvCxnSpPr>
          <p:cNvPr id="108" name="Google Shape;108;p15"/>
          <p:cNvCxnSpPr/>
          <p:nvPr/>
        </p:nvCxnSpPr>
        <p:spPr>
          <a:xfrm rot="10800000">
            <a:off x="2916212" y="1327479"/>
            <a:ext cx="245400" cy="140400"/>
          </a:xfrm>
          <a:prstGeom prst="straightConnector1">
            <a:avLst/>
          </a:prstGeom>
          <a:noFill/>
          <a:ln cap="flat" cmpd="sng" w="9525">
            <a:solidFill>
              <a:schemeClr val="dk1"/>
            </a:solidFill>
            <a:prstDash val="solid"/>
            <a:round/>
            <a:headEnd len="med" w="med" type="none"/>
            <a:tailEnd len="med" w="med" type="none"/>
          </a:ln>
        </p:spPr>
      </p:cxnSp>
      <p:sp>
        <p:nvSpPr>
          <p:cNvPr id="109" name="Google Shape;109;p15"/>
          <p:cNvSpPr txBox="1"/>
          <p:nvPr/>
        </p:nvSpPr>
        <p:spPr>
          <a:xfrm>
            <a:off x="2384956" y="1393700"/>
            <a:ext cx="157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10" name="Google Shape;110;p15"/>
          <p:cNvSpPr txBox="1"/>
          <p:nvPr/>
        </p:nvSpPr>
        <p:spPr>
          <a:xfrm>
            <a:off x="4346803" y="1440916"/>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11" name="Google Shape;111;p15"/>
          <p:cNvPicPr preferRelativeResize="0"/>
          <p:nvPr/>
        </p:nvPicPr>
        <p:blipFill>
          <a:blip r:embed="rId3">
            <a:alphaModFix/>
          </a:blip>
          <a:stretch>
            <a:fillRect/>
          </a:stretch>
        </p:blipFill>
        <p:spPr>
          <a:xfrm>
            <a:off x="4137725" y="1441568"/>
            <a:ext cx="252529" cy="59408"/>
          </a:xfrm>
          <a:prstGeom prst="rect">
            <a:avLst/>
          </a:prstGeom>
          <a:noFill/>
          <a:ln>
            <a:noFill/>
          </a:ln>
        </p:spPr>
      </p:pic>
      <p:pic>
        <p:nvPicPr>
          <p:cNvPr id="112" name="Google Shape;112;p15"/>
          <p:cNvPicPr preferRelativeResize="0"/>
          <p:nvPr/>
        </p:nvPicPr>
        <p:blipFill>
          <a:blip r:embed="rId3">
            <a:alphaModFix/>
          </a:blip>
          <a:stretch>
            <a:fillRect/>
          </a:stretch>
        </p:blipFill>
        <p:spPr>
          <a:xfrm>
            <a:off x="4137725" y="1315288"/>
            <a:ext cx="252529" cy="59408"/>
          </a:xfrm>
          <a:prstGeom prst="rect">
            <a:avLst/>
          </a:prstGeom>
          <a:noFill/>
          <a:ln>
            <a:noFill/>
          </a:ln>
        </p:spPr>
      </p:pic>
      <p:pic>
        <p:nvPicPr>
          <p:cNvPr id="113" name="Google Shape;113;p15"/>
          <p:cNvPicPr preferRelativeResize="0"/>
          <p:nvPr/>
        </p:nvPicPr>
        <p:blipFill>
          <a:blip r:embed="rId3">
            <a:alphaModFix/>
          </a:blip>
          <a:stretch>
            <a:fillRect/>
          </a:stretch>
        </p:blipFill>
        <p:spPr>
          <a:xfrm>
            <a:off x="4537179" y="1243311"/>
            <a:ext cx="252529" cy="59408"/>
          </a:xfrm>
          <a:prstGeom prst="rect">
            <a:avLst/>
          </a:prstGeom>
          <a:noFill/>
          <a:ln>
            <a:noFill/>
          </a:ln>
        </p:spPr>
      </p:pic>
      <p:pic>
        <p:nvPicPr>
          <p:cNvPr id="114" name="Google Shape;114;p15"/>
          <p:cNvPicPr preferRelativeResize="0"/>
          <p:nvPr/>
        </p:nvPicPr>
        <p:blipFill>
          <a:blip r:embed="rId3">
            <a:alphaModFix/>
          </a:blip>
          <a:stretch>
            <a:fillRect/>
          </a:stretch>
        </p:blipFill>
        <p:spPr>
          <a:xfrm>
            <a:off x="4936647" y="1441568"/>
            <a:ext cx="252529" cy="59408"/>
          </a:xfrm>
          <a:prstGeom prst="rect">
            <a:avLst/>
          </a:prstGeom>
          <a:noFill/>
          <a:ln>
            <a:noFill/>
          </a:ln>
        </p:spPr>
      </p:pic>
      <p:pic>
        <p:nvPicPr>
          <p:cNvPr id="115" name="Google Shape;115;p15"/>
          <p:cNvPicPr preferRelativeResize="0"/>
          <p:nvPr/>
        </p:nvPicPr>
        <p:blipFill>
          <a:blip r:embed="rId3">
            <a:alphaModFix/>
          </a:blip>
          <a:stretch>
            <a:fillRect/>
          </a:stretch>
        </p:blipFill>
        <p:spPr>
          <a:xfrm>
            <a:off x="4936647" y="1315288"/>
            <a:ext cx="252529" cy="59408"/>
          </a:xfrm>
          <a:prstGeom prst="rect">
            <a:avLst/>
          </a:prstGeom>
          <a:noFill/>
          <a:ln>
            <a:noFill/>
          </a:ln>
        </p:spPr>
      </p:pic>
      <p:pic>
        <p:nvPicPr>
          <p:cNvPr id="116" name="Google Shape;116;p15"/>
          <p:cNvPicPr preferRelativeResize="0"/>
          <p:nvPr/>
        </p:nvPicPr>
        <p:blipFill>
          <a:blip r:embed="rId3">
            <a:alphaModFix/>
          </a:blip>
          <a:stretch>
            <a:fillRect/>
          </a:stretch>
        </p:blipFill>
        <p:spPr>
          <a:xfrm>
            <a:off x="4537186" y="1528513"/>
            <a:ext cx="252529" cy="59408"/>
          </a:xfrm>
          <a:prstGeom prst="rect">
            <a:avLst/>
          </a:prstGeom>
          <a:noFill/>
          <a:ln>
            <a:noFill/>
          </a:ln>
        </p:spPr>
      </p:pic>
      <p:cxnSp>
        <p:nvCxnSpPr>
          <p:cNvPr id="117" name="Google Shape;117;p15"/>
          <p:cNvCxnSpPr/>
          <p:nvPr/>
        </p:nvCxnSpPr>
        <p:spPr>
          <a:xfrm>
            <a:off x="4663451" y="1310752"/>
            <a:ext cx="0" cy="213900"/>
          </a:xfrm>
          <a:prstGeom prst="straightConnector1">
            <a:avLst/>
          </a:prstGeom>
          <a:noFill/>
          <a:ln cap="flat" cmpd="sng" w="9525">
            <a:solidFill>
              <a:schemeClr val="dk1"/>
            </a:solidFill>
            <a:prstDash val="solid"/>
            <a:round/>
            <a:headEnd len="med" w="med" type="none"/>
            <a:tailEnd len="med" w="med" type="none"/>
          </a:ln>
        </p:spPr>
      </p:cxnSp>
      <p:cxnSp>
        <p:nvCxnSpPr>
          <p:cNvPr id="118" name="Google Shape;118;p15"/>
          <p:cNvCxnSpPr>
            <a:stCxn id="112" idx="3"/>
            <a:endCxn id="114" idx="1"/>
          </p:cNvCxnSpPr>
          <p:nvPr/>
        </p:nvCxnSpPr>
        <p:spPr>
          <a:xfrm>
            <a:off x="4390254" y="1344992"/>
            <a:ext cx="546300" cy="1263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5"/>
          <p:cNvCxnSpPr>
            <a:stCxn id="111" idx="3"/>
            <a:endCxn id="115" idx="1"/>
          </p:cNvCxnSpPr>
          <p:nvPr/>
        </p:nvCxnSpPr>
        <p:spPr>
          <a:xfrm flipH="1" rot="10800000">
            <a:off x="4390254" y="1344972"/>
            <a:ext cx="546300" cy="1263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5"/>
          <p:cNvCxnSpPr>
            <a:endCxn id="113" idx="1"/>
          </p:cNvCxnSpPr>
          <p:nvPr/>
        </p:nvCxnSpPr>
        <p:spPr>
          <a:xfrm flipH="1" rot="10800000">
            <a:off x="4292979" y="1273015"/>
            <a:ext cx="244200" cy="32100"/>
          </a:xfrm>
          <a:prstGeom prst="straightConnector1">
            <a:avLst/>
          </a:prstGeom>
          <a:noFill/>
          <a:ln cap="flat" cmpd="sng" w="9525">
            <a:solidFill>
              <a:schemeClr val="dk1"/>
            </a:solidFill>
            <a:prstDash val="solid"/>
            <a:round/>
            <a:headEnd len="med" w="med" type="none"/>
            <a:tailEnd len="med" w="med" type="none"/>
          </a:ln>
        </p:spPr>
      </p:cxnSp>
      <p:cxnSp>
        <p:nvCxnSpPr>
          <p:cNvPr id="121" name="Google Shape;121;p15"/>
          <p:cNvCxnSpPr/>
          <p:nvPr/>
        </p:nvCxnSpPr>
        <p:spPr>
          <a:xfrm rot="10800000">
            <a:off x="4789895" y="1277043"/>
            <a:ext cx="244200" cy="32100"/>
          </a:xfrm>
          <a:prstGeom prst="straightConnector1">
            <a:avLst/>
          </a:prstGeom>
          <a:noFill/>
          <a:ln cap="flat" cmpd="sng" w="9525">
            <a:solidFill>
              <a:schemeClr val="dk1"/>
            </a:solidFill>
            <a:prstDash val="solid"/>
            <a:round/>
            <a:headEnd len="med" w="med" type="none"/>
            <a:tailEnd len="med" w="med" type="none"/>
          </a:ln>
        </p:spPr>
      </p:cxnSp>
      <p:cxnSp>
        <p:nvCxnSpPr>
          <p:cNvPr id="122" name="Google Shape;122;p15"/>
          <p:cNvCxnSpPr/>
          <p:nvPr/>
        </p:nvCxnSpPr>
        <p:spPr>
          <a:xfrm>
            <a:off x="4292789" y="1507132"/>
            <a:ext cx="244200" cy="32100"/>
          </a:xfrm>
          <a:prstGeom prst="straightConnector1">
            <a:avLst/>
          </a:prstGeom>
          <a:noFill/>
          <a:ln cap="flat" cmpd="sng" w="9525">
            <a:solidFill>
              <a:schemeClr val="dk1"/>
            </a:solidFill>
            <a:prstDash val="solid"/>
            <a:round/>
            <a:headEnd len="med" w="med" type="none"/>
            <a:tailEnd len="med" w="med" type="none"/>
          </a:ln>
        </p:spPr>
      </p:cxnSp>
      <p:cxnSp>
        <p:nvCxnSpPr>
          <p:cNvPr id="123" name="Google Shape;123;p15"/>
          <p:cNvCxnSpPr/>
          <p:nvPr/>
        </p:nvCxnSpPr>
        <p:spPr>
          <a:xfrm flipH="1">
            <a:off x="4789895" y="1507132"/>
            <a:ext cx="244200" cy="32100"/>
          </a:xfrm>
          <a:prstGeom prst="straightConnector1">
            <a:avLst/>
          </a:prstGeom>
          <a:noFill/>
          <a:ln cap="flat" cmpd="sng" w="9525">
            <a:solidFill>
              <a:schemeClr val="dk1"/>
            </a:solidFill>
            <a:prstDash val="solid"/>
            <a:round/>
            <a:headEnd len="med" w="med" type="none"/>
            <a:tailEnd len="med" w="med" type="none"/>
          </a:ln>
        </p:spPr>
      </p:cxnSp>
      <p:cxnSp>
        <p:nvCxnSpPr>
          <p:cNvPr id="124" name="Google Shape;124;p15"/>
          <p:cNvCxnSpPr/>
          <p:nvPr/>
        </p:nvCxnSpPr>
        <p:spPr>
          <a:xfrm>
            <a:off x="4263985" y="1378430"/>
            <a:ext cx="0" cy="59400"/>
          </a:xfrm>
          <a:prstGeom prst="straightConnector1">
            <a:avLst/>
          </a:prstGeom>
          <a:noFill/>
          <a:ln cap="flat" cmpd="sng" w="9525">
            <a:solidFill>
              <a:schemeClr val="dk1"/>
            </a:solidFill>
            <a:prstDash val="solid"/>
            <a:round/>
            <a:headEnd len="med" w="med" type="none"/>
            <a:tailEnd len="med" w="med" type="none"/>
          </a:ln>
        </p:spPr>
      </p:cxnSp>
      <p:cxnSp>
        <p:nvCxnSpPr>
          <p:cNvPr id="125" name="Google Shape;125;p15"/>
          <p:cNvCxnSpPr/>
          <p:nvPr/>
        </p:nvCxnSpPr>
        <p:spPr>
          <a:xfrm>
            <a:off x="5062916" y="1378430"/>
            <a:ext cx="0" cy="59400"/>
          </a:xfrm>
          <a:prstGeom prst="straightConnector1">
            <a:avLst/>
          </a:prstGeom>
          <a:noFill/>
          <a:ln cap="flat" cmpd="sng" w="9525">
            <a:solidFill>
              <a:schemeClr val="dk1"/>
            </a:solidFill>
            <a:prstDash val="solid"/>
            <a:round/>
            <a:headEnd len="med" w="med" type="none"/>
            <a:tailEnd len="med" w="med" type="none"/>
          </a:ln>
        </p:spPr>
      </p:cxnSp>
      <p:cxnSp>
        <p:nvCxnSpPr>
          <p:cNvPr id="126" name="Google Shape;126;p15"/>
          <p:cNvCxnSpPr/>
          <p:nvPr/>
        </p:nvCxnSpPr>
        <p:spPr>
          <a:xfrm>
            <a:off x="4390272" y="1333135"/>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27" name="Google Shape;127;p15"/>
          <p:cNvCxnSpPr/>
          <p:nvPr/>
        </p:nvCxnSpPr>
        <p:spPr>
          <a:xfrm>
            <a:off x="4390272" y="1478686"/>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28" name="Google Shape;128;p15"/>
          <p:cNvCxnSpPr/>
          <p:nvPr/>
        </p:nvCxnSpPr>
        <p:spPr>
          <a:xfrm>
            <a:off x="4390268" y="1356989"/>
            <a:ext cx="244800" cy="167100"/>
          </a:xfrm>
          <a:prstGeom prst="straightConnector1">
            <a:avLst/>
          </a:prstGeom>
          <a:noFill/>
          <a:ln cap="flat" cmpd="sng" w="9525">
            <a:solidFill>
              <a:schemeClr val="dk1"/>
            </a:solidFill>
            <a:prstDash val="solid"/>
            <a:round/>
            <a:headEnd len="med" w="med" type="none"/>
            <a:tailEnd len="med" w="med" type="none"/>
          </a:ln>
        </p:spPr>
      </p:cxnSp>
      <p:cxnSp>
        <p:nvCxnSpPr>
          <p:cNvPr id="129" name="Google Shape;129;p15"/>
          <p:cNvCxnSpPr/>
          <p:nvPr/>
        </p:nvCxnSpPr>
        <p:spPr>
          <a:xfrm flipH="1">
            <a:off x="4691825" y="1356989"/>
            <a:ext cx="244800" cy="167100"/>
          </a:xfrm>
          <a:prstGeom prst="straightConnector1">
            <a:avLst/>
          </a:prstGeom>
          <a:noFill/>
          <a:ln cap="flat" cmpd="sng" w="9525">
            <a:solidFill>
              <a:schemeClr val="dk1"/>
            </a:solidFill>
            <a:prstDash val="solid"/>
            <a:round/>
            <a:headEnd len="med" w="med" type="none"/>
            <a:tailEnd len="med" w="med" type="none"/>
          </a:ln>
        </p:spPr>
      </p:cxnSp>
      <p:cxnSp>
        <p:nvCxnSpPr>
          <p:cNvPr id="130" name="Google Shape;130;p15"/>
          <p:cNvCxnSpPr/>
          <p:nvPr/>
        </p:nvCxnSpPr>
        <p:spPr>
          <a:xfrm flipH="1" rot="10800000">
            <a:off x="4390272" y="1313987"/>
            <a:ext cx="247800" cy="148800"/>
          </a:xfrm>
          <a:prstGeom prst="straightConnector1">
            <a:avLst/>
          </a:prstGeom>
          <a:noFill/>
          <a:ln cap="flat" cmpd="sng" w="9525">
            <a:solidFill>
              <a:schemeClr val="dk1"/>
            </a:solidFill>
            <a:prstDash val="solid"/>
            <a:round/>
            <a:headEnd len="med" w="med" type="none"/>
            <a:tailEnd len="med" w="med" type="none"/>
          </a:ln>
        </p:spPr>
      </p:cxnSp>
      <p:cxnSp>
        <p:nvCxnSpPr>
          <p:cNvPr id="131" name="Google Shape;131;p15"/>
          <p:cNvCxnSpPr/>
          <p:nvPr/>
        </p:nvCxnSpPr>
        <p:spPr>
          <a:xfrm rot="10800000">
            <a:off x="4677434" y="1318376"/>
            <a:ext cx="245400" cy="148800"/>
          </a:xfrm>
          <a:prstGeom prst="straightConnector1">
            <a:avLst/>
          </a:prstGeom>
          <a:noFill/>
          <a:ln cap="flat" cmpd="sng" w="9525">
            <a:solidFill>
              <a:schemeClr val="dk1"/>
            </a:solidFill>
            <a:prstDash val="solid"/>
            <a:round/>
            <a:headEnd len="med" w="med" type="none"/>
            <a:tailEnd len="med" w="med" type="none"/>
          </a:ln>
        </p:spPr>
      </p:cxnSp>
      <p:sp>
        <p:nvSpPr>
          <p:cNvPr id="132" name="Google Shape;132;p15"/>
          <p:cNvSpPr txBox="1"/>
          <p:nvPr/>
        </p:nvSpPr>
        <p:spPr>
          <a:xfrm>
            <a:off x="6347737" y="1395971"/>
            <a:ext cx="157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33" name="Google Shape;133;p15"/>
          <p:cNvSpPr txBox="1"/>
          <p:nvPr/>
        </p:nvSpPr>
        <p:spPr>
          <a:xfrm>
            <a:off x="6070950" y="1444933"/>
            <a:ext cx="62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34" name="Google Shape;134;p15"/>
          <p:cNvPicPr preferRelativeResize="0"/>
          <p:nvPr/>
        </p:nvPicPr>
        <p:blipFill>
          <a:blip r:embed="rId3">
            <a:alphaModFix/>
          </a:blip>
          <a:stretch>
            <a:fillRect/>
          </a:stretch>
        </p:blipFill>
        <p:spPr>
          <a:xfrm>
            <a:off x="5861875" y="1462398"/>
            <a:ext cx="252523" cy="65783"/>
          </a:xfrm>
          <a:prstGeom prst="rect">
            <a:avLst/>
          </a:prstGeom>
          <a:noFill/>
          <a:ln>
            <a:noFill/>
          </a:ln>
        </p:spPr>
      </p:pic>
      <p:pic>
        <p:nvPicPr>
          <p:cNvPr id="135" name="Google Shape;135;p15"/>
          <p:cNvPicPr preferRelativeResize="0"/>
          <p:nvPr/>
        </p:nvPicPr>
        <p:blipFill>
          <a:blip r:embed="rId3">
            <a:alphaModFix/>
          </a:blip>
          <a:stretch>
            <a:fillRect/>
          </a:stretch>
        </p:blipFill>
        <p:spPr>
          <a:xfrm>
            <a:off x="5861875" y="1322568"/>
            <a:ext cx="252523" cy="65783"/>
          </a:xfrm>
          <a:prstGeom prst="rect">
            <a:avLst/>
          </a:prstGeom>
          <a:noFill/>
          <a:ln>
            <a:noFill/>
          </a:ln>
        </p:spPr>
      </p:pic>
      <p:pic>
        <p:nvPicPr>
          <p:cNvPr id="136" name="Google Shape;136;p15"/>
          <p:cNvPicPr preferRelativeResize="0"/>
          <p:nvPr/>
        </p:nvPicPr>
        <p:blipFill>
          <a:blip r:embed="rId3">
            <a:alphaModFix/>
          </a:blip>
          <a:stretch>
            <a:fillRect/>
          </a:stretch>
        </p:blipFill>
        <p:spPr>
          <a:xfrm>
            <a:off x="6261321" y="1242866"/>
            <a:ext cx="252523" cy="65783"/>
          </a:xfrm>
          <a:prstGeom prst="rect">
            <a:avLst/>
          </a:prstGeom>
          <a:noFill/>
          <a:ln>
            <a:noFill/>
          </a:ln>
        </p:spPr>
      </p:pic>
      <p:pic>
        <p:nvPicPr>
          <p:cNvPr id="137" name="Google Shape;137;p15"/>
          <p:cNvPicPr preferRelativeResize="0"/>
          <p:nvPr/>
        </p:nvPicPr>
        <p:blipFill>
          <a:blip r:embed="rId3">
            <a:alphaModFix/>
          </a:blip>
          <a:stretch>
            <a:fillRect/>
          </a:stretch>
        </p:blipFill>
        <p:spPr>
          <a:xfrm>
            <a:off x="6660780" y="1462398"/>
            <a:ext cx="252523" cy="65783"/>
          </a:xfrm>
          <a:prstGeom prst="rect">
            <a:avLst/>
          </a:prstGeom>
          <a:noFill/>
          <a:ln>
            <a:noFill/>
          </a:ln>
        </p:spPr>
      </p:pic>
      <p:pic>
        <p:nvPicPr>
          <p:cNvPr id="138" name="Google Shape;138;p15"/>
          <p:cNvPicPr preferRelativeResize="0"/>
          <p:nvPr/>
        </p:nvPicPr>
        <p:blipFill>
          <a:blip r:embed="rId3">
            <a:alphaModFix/>
          </a:blip>
          <a:stretch>
            <a:fillRect/>
          </a:stretch>
        </p:blipFill>
        <p:spPr>
          <a:xfrm>
            <a:off x="6660780" y="1322568"/>
            <a:ext cx="252523" cy="65783"/>
          </a:xfrm>
          <a:prstGeom prst="rect">
            <a:avLst/>
          </a:prstGeom>
          <a:noFill/>
          <a:ln>
            <a:noFill/>
          </a:ln>
        </p:spPr>
      </p:pic>
      <p:pic>
        <p:nvPicPr>
          <p:cNvPr id="139" name="Google Shape;139;p15"/>
          <p:cNvPicPr preferRelativeResize="0"/>
          <p:nvPr/>
        </p:nvPicPr>
        <p:blipFill>
          <a:blip r:embed="rId3">
            <a:alphaModFix/>
          </a:blip>
          <a:stretch>
            <a:fillRect/>
          </a:stretch>
        </p:blipFill>
        <p:spPr>
          <a:xfrm>
            <a:off x="6261328" y="1558673"/>
            <a:ext cx="252523" cy="65783"/>
          </a:xfrm>
          <a:prstGeom prst="rect">
            <a:avLst/>
          </a:prstGeom>
          <a:noFill/>
          <a:ln>
            <a:noFill/>
          </a:ln>
        </p:spPr>
      </p:pic>
      <p:cxnSp>
        <p:nvCxnSpPr>
          <p:cNvPr id="140" name="Google Shape;140;p15"/>
          <p:cNvCxnSpPr/>
          <p:nvPr/>
        </p:nvCxnSpPr>
        <p:spPr>
          <a:xfrm>
            <a:off x="6387590" y="1317545"/>
            <a:ext cx="0" cy="236700"/>
          </a:xfrm>
          <a:prstGeom prst="straightConnector1">
            <a:avLst/>
          </a:prstGeom>
          <a:noFill/>
          <a:ln cap="flat" cmpd="sng" w="9525">
            <a:solidFill>
              <a:schemeClr val="dk1"/>
            </a:solidFill>
            <a:prstDash val="solid"/>
            <a:round/>
            <a:headEnd len="med" w="med" type="none"/>
            <a:tailEnd len="med" w="med" type="none"/>
          </a:ln>
        </p:spPr>
      </p:cxnSp>
      <p:cxnSp>
        <p:nvCxnSpPr>
          <p:cNvPr id="141" name="Google Shape;141;p15"/>
          <p:cNvCxnSpPr>
            <a:stCxn id="135" idx="3"/>
            <a:endCxn id="137" idx="1"/>
          </p:cNvCxnSpPr>
          <p:nvPr/>
        </p:nvCxnSpPr>
        <p:spPr>
          <a:xfrm>
            <a:off x="6114398" y="1355459"/>
            <a:ext cx="546300" cy="139800"/>
          </a:xfrm>
          <a:prstGeom prst="straightConnector1">
            <a:avLst/>
          </a:prstGeom>
          <a:noFill/>
          <a:ln cap="flat" cmpd="sng" w="9525">
            <a:solidFill>
              <a:schemeClr val="dk1"/>
            </a:solidFill>
            <a:prstDash val="solid"/>
            <a:round/>
            <a:headEnd len="med" w="med" type="none"/>
            <a:tailEnd len="med" w="med" type="none"/>
          </a:ln>
        </p:spPr>
      </p:cxnSp>
      <p:cxnSp>
        <p:nvCxnSpPr>
          <p:cNvPr id="142" name="Google Shape;142;p15"/>
          <p:cNvCxnSpPr>
            <a:stCxn id="134" idx="3"/>
            <a:endCxn id="138" idx="1"/>
          </p:cNvCxnSpPr>
          <p:nvPr/>
        </p:nvCxnSpPr>
        <p:spPr>
          <a:xfrm flipH="1" rot="10800000">
            <a:off x="6114398" y="1355489"/>
            <a:ext cx="546300" cy="139800"/>
          </a:xfrm>
          <a:prstGeom prst="straightConnector1">
            <a:avLst/>
          </a:prstGeom>
          <a:noFill/>
          <a:ln cap="flat" cmpd="sng" w="9525">
            <a:solidFill>
              <a:schemeClr val="dk1"/>
            </a:solidFill>
            <a:prstDash val="solid"/>
            <a:round/>
            <a:headEnd len="med" w="med" type="none"/>
            <a:tailEnd len="med" w="med" type="none"/>
          </a:ln>
        </p:spPr>
      </p:cxnSp>
      <p:cxnSp>
        <p:nvCxnSpPr>
          <p:cNvPr id="143" name="Google Shape;143;p15"/>
          <p:cNvCxnSpPr>
            <a:endCxn id="136" idx="1"/>
          </p:cNvCxnSpPr>
          <p:nvPr/>
        </p:nvCxnSpPr>
        <p:spPr>
          <a:xfrm flipH="1" rot="10800000">
            <a:off x="6017121" y="1275758"/>
            <a:ext cx="244200" cy="35700"/>
          </a:xfrm>
          <a:prstGeom prst="straightConnector1">
            <a:avLst/>
          </a:prstGeom>
          <a:noFill/>
          <a:ln cap="flat" cmpd="sng" w="9525">
            <a:solidFill>
              <a:schemeClr val="dk1"/>
            </a:solidFill>
            <a:prstDash val="solid"/>
            <a:round/>
            <a:headEnd len="med" w="med" type="none"/>
            <a:tailEnd len="med" w="med" type="none"/>
          </a:ln>
        </p:spPr>
      </p:cxnSp>
      <p:cxnSp>
        <p:nvCxnSpPr>
          <p:cNvPr id="144" name="Google Shape;144;p15"/>
          <p:cNvCxnSpPr/>
          <p:nvPr/>
        </p:nvCxnSpPr>
        <p:spPr>
          <a:xfrm rot="10800000">
            <a:off x="6514027" y="1280062"/>
            <a:ext cx="244200" cy="35700"/>
          </a:xfrm>
          <a:prstGeom prst="straightConnector1">
            <a:avLst/>
          </a:prstGeom>
          <a:noFill/>
          <a:ln cap="flat" cmpd="sng" w="9525">
            <a:solidFill>
              <a:schemeClr val="dk1"/>
            </a:solidFill>
            <a:prstDash val="solid"/>
            <a:round/>
            <a:headEnd len="med" w="med" type="none"/>
            <a:tailEnd len="med" w="med" type="none"/>
          </a:ln>
        </p:spPr>
      </p:cxnSp>
      <p:cxnSp>
        <p:nvCxnSpPr>
          <p:cNvPr id="145" name="Google Shape;145;p15"/>
          <p:cNvCxnSpPr/>
          <p:nvPr/>
        </p:nvCxnSpPr>
        <p:spPr>
          <a:xfrm>
            <a:off x="6016935" y="1534997"/>
            <a:ext cx="244200" cy="35700"/>
          </a:xfrm>
          <a:prstGeom prst="straightConnector1">
            <a:avLst/>
          </a:prstGeom>
          <a:noFill/>
          <a:ln cap="flat" cmpd="sng" w="9525">
            <a:solidFill>
              <a:schemeClr val="dk1"/>
            </a:solidFill>
            <a:prstDash val="solid"/>
            <a:round/>
            <a:headEnd len="med" w="med" type="none"/>
            <a:tailEnd len="med" w="med" type="none"/>
          </a:ln>
        </p:spPr>
      </p:cxnSp>
      <p:cxnSp>
        <p:nvCxnSpPr>
          <p:cNvPr id="146" name="Google Shape;146;p15"/>
          <p:cNvCxnSpPr/>
          <p:nvPr/>
        </p:nvCxnSpPr>
        <p:spPr>
          <a:xfrm flipH="1">
            <a:off x="6514027" y="1534997"/>
            <a:ext cx="244200" cy="35700"/>
          </a:xfrm>
          <a:prstGeom prst="straightConnector1">
            <a:avLst/>
          </a:prstGeom>
          <a:noFill/>
          <a:ln cap="flat" cmpd="sng" w="9525">
            <a:solidFill>
              <a:schemeClr val="dk1"/>
            </a:solidFill>
            <a:prstDash val="solid"/>
            <a:round/>
            <a:headEnd len="med" w="med" type="none"/>
            <a:tailEnd len="med" w="med" type="none"/>
          </a:ln>
        </p:spPr>
      </p:cxnSp>
      <p:cxnSp>
        <p:nvCxnSpPr>
          <p:cNvPr id="147" name="Google Shape;147;p15"/>
          <p:cNvCxnSpPr/>
          <p:nvPr/>
        </p:nvCxnSpPr>
        <p:spPr>
          <a:xfrm>
            <a:off x="5988133" y="1392485"/>
            <a:ext cx="0" cy="65700"/>
          </a:xfrm>
          <a:prstGeom prst="straightConnector1">
            <a:avLst/>
          </a:prstGeom>
          <a:noFill/>
          <a:ln cap="flat" cmpd="sng" w="9525">
            <a:solidFill>
              <a:schemeClr val="dk1"/>
            </a:solidFill>
            <a:prstDash val="solid"/>
            <a:round/>
            <a:headEnd len="med" w="med" type="none"/>
            <a:tailEnd len="med" w="med" type="none"/>
          </a:ln>
        </p:spPr>
      </p:cxnSp>
      <p:cxnSp>
        <p:nvCxnSpPr>
          <p:cNvPr id="148" name="Google Shape;148;p15"/>
          <p:cNvCxnSpPr/>
          <p:nvPr/>
        </p:nvCxnSpPr>
        <p:spPr>
          <a:xfrm>
            <a:off x="6787047" y="1392485"/>
            <a:ext cx="0" cy="65700"/>
          </a:xfrm>
          <a:prstGeom prst="straightConnector1">
            <a:avLst/>
          </a:prstGeom>
          <a:noFill/>
          <a:ln cap="flat" cmpd="sng" w="9525">
            <a:solidFill>
              <a:schemeClr val="dk1"/>
            </a:solidFill>
            <a:prstDash val="solid"/>
            <a:round/>
            <a:headEnd len="med" w="med" type="none"/>
            <a:tailEnd len="med" w="med" type="none"/>
          </a:ln>
        </p:spPr>
      </p:cxnSp>
      <p:cxnSp>
        <p:nvCxnSpPr>
          <p:cNvPr id="149" name="Google Shape;149;p15"/>
          <p:cNvCxnSpPr/>
          <p:nvPr/>
        </p:nvCxnSpPr>
        <p:spPr>
          <a:xfrm>
            <a:off x="6114417" y="1342330"/>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50" name="Google Shape;150;p15"/>
          <p:cNvCxnSpPr/>
          <p:nvPr/>
        </p:nvCxnSpPr>
        <p:spPr>
          <a:xfrm>
            <a:off x="6114417" y="1503499"/>
            <a:ext cx="549300" cy="0"/>
          </a:xfrm>
          <a:prstGeom prst="straightConnector1">
            <a:avLst/>
          </a:prstGeom>
          <a:noFill/>
          <a:ln cap="flat" cmpd="sng" w="9525">
            <a:solidFill>
              <a:schemeClr val="dk1"/>
            </a:solidFill>
            <a:prstDash val="solid"/>
            <a:round/>
            <a:headEnd len="med" w="med" type="none"/>
            <a:tailEnd len="med" w="med" type="none"/>
          </a:ln>
        </p:spPr>
      </p:cxnSp>
      <p:cxnSp>
        <p:nvCxnSpPr>
          <p:cNvPr id="151" name="Google Shape;151;p15"/>
          <p:cNvCxnSpPr/>
          <p:nvPr/>
        </p:nvCxnSpPr>
        <p:spPr>
          <a:xfrm>
            <a:off x="6114413" y="1368743"/>
            <a:ext cx="244800" cy="185100"/>
          </a:xfrm>
          <a:prstGeom prst="straightConnector1">
            <a:avLst/>
          </a:prstGeom>
          <a:noFill/>
          <a:ln cap="flat" cmpd="sng" w="9525">
            <a:solidFill>
              <a:schemeClr val="dk1"/>
            </a:solidFill>
            <a:prstDash val="solid"/>
            <a:round/>
            <a:headEnd len="med" w="med" type="none"/>
            <a:tailEnd len="med" w="med" type="none"/>
          </a:ln>
        </p:spPr>
      </p:cxnSp>
      <p:cxnSp>
        <p:nvCxnSpPr>
          <p:cNvPr id="152" name="Google Shape;152;p15"/>
          <p:cNvCxnSpPr/>
          <p:nvPr/>
        </p:nvCxnSpPr>
        <p:spPr>
          <a:xfrm flipH="1">
            <a:off x="6415958" y="1368743"/>
            <a:ext cx="244800" cy="185100"/>
          </a:xfrm>
          <a:prstGeom prst="straightConnector1">
            <a:avLst/>
          </a:prstGeom>
          <a:noFill/>
          <a:ln cap="flat" cmpd="sng" w="9525">
            <a:solidFill>
              <a:schemeClr val="dk1"/>
            </a:solidFill>
            <a:prstDash val="solid"/>
            <a:round/>
            <a:headEnd len="med" w="med" type="none"/>
            <a:tailEnd len="med" w="med" type="none"/>
          </a:ln>
        </p:spPr>
      </p:cxnSp>
      <p:cxnSp>
        <p:nvCxnSpPr>
          <p:cNvPr id="153" name="Google Shape;153;p15"/>
          <p:cNvCxnSpPr/>
          <p:nvPr/>
        </p:nvCxnSpPr>
        <p:spPr>
          <a:xfrm flipH="1" rot="10800000">
            <a:off x="6114417" y="1321194"/>
            <a:ext cx="247800" cy="164700"/>
          </a:xfrm>
          <a:prstGeom prst="straightConnector1">
            <a:avLst/>
          </a:prstGeom>
          <a:noFill/>
          <a:ln cap="flat" cmpd="sng" w="9525">
            <a:solidFill>
              <a:schemeClr val="dk1"/>
            </a:solidFill>
            <a:prstDash val="solid"/>
            <a:round/>
            <a:headEnd len="med" w="med" type="none"/>
            <a:tailEnd len="med" w="med" type="none"/>
          </a:ln>
        </p:spPr>
      </p:cxnSp>
      <p:cxnSp>
        <p:nvCxnSpPr>
          <p:cNvPr id="154" name="Google Shape;154;p15"/>
          <p:cNvCxnSpPr/>
          <p:nvPr/>
        </p:nvCxnSpPr>
        <p:spPr>
          <a:xfrm rot="10800000">
            <a:off x="6401568" y="1326053"/>
            <a:ext cx="245400" cy="164700"/>
          </a:xfrm>
          <a:prstGeom prst="straightConnector1">
            <a:avLst/>
          </a:prstGeom>
          <a:noFill/>
          <a:ln cap="flat" cmpd="sng" w="9525">
            <a:solidFill>
              <a:schemeClr val="dk1"/>
            </a:solidFill>
            <a:prstDash val="solid"/>
            <a:round/>
            <a:headEnd len="med" w="med" type="none"/>
            <a:tailEnd len="med" w="med" type="none"/>
          </a:ln>
        </p:spPr>
      </p:cxnSp>
      <p:sp>
        <p:nvSpPr>
          <p:cNvPr id="155" name="Google Shape;155;p15"/>
          <p:cNvSpPr txBox="1"/>
          <p:nvPr/>
        </p:nvSpPr>
        <p:spPr>
          <a:xfrm>
            <a:off x="6272718" y="1463092"/>
            <a:ext cx="1579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pic>
        <p:nvPicPr>
          <p:cNvPr id="156" name="Google Shape;156;p15"/>
          <p:cNvPicPr preferRelativeResize="0"/>
          <p:nvPr/>
        </p:nvPicPr>
        <p:blipFill>
          <a:blip r:embed="rId4">
            <a:alphaModFix/>
          </a:blip>
          <a:stretch>
            <a:fillRect/>
          </a:stretch>
        </p:blipFill>
        <p:spPr>
          <a:xfrm>
            <a:off x="662075" y="1086842"/>
            <a:ext cx="399450" cy="182283"/>
          </a:xfrm>
          <a:prstGeom prst="rect">
            <a:avLst/>
          </a:prstGeom>
          <a:noFill/>
          <a:ln>
            <a:noFill/>
          </a:ln>
        </p:spPr>
      </p:pic>
      <p:pic>
        <p:nvPicPr>
          <p:cNvPr id="157" name="Google Shape;157;p15"/>
          <p:cNvPicPr preferRelativeResize="0"/>
          <p:nvPr/>
        </p:nvPicPr>
        <p:blipFill>
          <a:blip r:embed="rId4">
            <a:alphaModFix/>
          </a:blip>
          <a:stretch>
            <a:fillRect/>
          </a:stretch>
        </p:blipFill>
        <p:spPr>
          <a:xfrm>
            <a:off x="2460088" y="1019610"/>
            <a:ext cx="399450" cy="199164"/>
          </a:xfrm>
          <a:prstGeom prst="rect">
            <a:avLst/>
          </a:prstGeom>
          <a:noFill/>
          <a:ln>
            <a:noFill/>
          </a:ln>
        </p:spPr>
      </p:pic>
      <p:pic>
        <p:nvPicPr>
          <p:cNvPr id="158" name="Google Shape;158;p15"/>
          <p:cNvPicPr preferRelativeResize="0"/>
          <p:nvPr/>
        </p:nvPicPr>
        <p:blipFill>
          <a:blip r:embed="rId4">
            <a:alphaModFix/>
          </a:blip>
          <a:stretch>
            <a:fillRect/>
          </a:stretch>
        </p:blipFill>
        <p:spPr>
          <a:xfrm>
            <a:off x="4271275" y="1046132"/>
            <a:ext cx="399450" cy="199288"/>
          </a:xfrm>
          <a:prstGeom prst="rect">
            <a:avLst/>
          </a:prstGeom>
          <a:noFill/>
          <a:ln>
            <a:noFill/>
          </a:ln>
        </p:spPr>
      </p:pic>
      <p:pic>
        <p:nvPicPr>
          <p:cNvPr id="159" name="Google Shape;159;p15"/>
          <p:cNvPicPr preferRelativeResize="0"/>
          <p:nvPr/>
        </p:nvPicPr>
        <p:blipFill>
          <a:blip r:embed="rId4">
            <a:alphaModFix/>
          </a:blip>
          <a:stretch>
            <a:fillRect/>
          </a:stretch>
        </p:blipFill>
        <p:spPr>
          <a:xfrm>
            <a:off x="5939025" y="1024544"/>
            <a:ext cx="399450" cy="205599"/>
          </a:xfrm>
          <a:prstGeom prst="rect">
            <a:avLst/>
          </a:prstGeom>
          <a:noFill/>
          <a:ln>
            <a:noFill/>
          </a:ln>
        </p:spPr>
      </p:pic>
      <p:pic>
        <p:nvPicPr>
          <p:cNvPr id="160" name="Google Shape;160;p15"/>
          <p:cNvPicPr preferRelativeResize="0"/>
          <p:nvPr/>
        </p:nvPicPr>
        <p:blipFill>
          <a:blip r:embed="rId5">
            <a:alphaModFix/>
          </a:blip>
          <a:stretch>
            <a:fillRect/>
          </a:stretch>
        </p:blipFill>
        <p:spPr>
          <a:xfrm>
            <a:off x="6335824" y="969275"/>
            <a:ext cx="549298" cy="249490"/>
          </a:xfrm>
          <a:prstGeom prst="rect">
            <a:avLst/>
          </a:prstGeom>
          <a:noFill/>
          <a:ln>
            <a:noFill/>
          </a:ln>
        </p:spPr>
      </p:pic>
      <p:pic>
        <p:nvPicPr>
          <p:cNvPr id="161" name="Google Shape;161;p15"/>
          <p:cNvPicPr preferRelativeResize="0"/>
          <p:nvPr/>
        </p:nvPicPr>
        <p:blipFill>
          <a:blip r:embed="rId5">
            <a:alphaModFix/>
          </a:blip>
          <a:stretch>
            <a:fillRect/>
          </a:stretch>
        </p:blipFill>
        <p:spPr>
          <a:xfrm>
            <a:off x="4691400" y="976400"/>
            <a:ext cx="549300" cy="234891"/>
          </a:xfrm>
          <a:prstGeom prst="rect">
            <a:avLst/>
          </a:prstGeom>
          <a:noFill/>
          <a:ln>
            <a:noFill/>
          </a:ln>
        </p:spPr>
      </p:pic>
      <p:pic>
        <p:nvPicPr>
          <p:cNvPr id="162" name="Google Shape;162;p15"/>
          <p:cNvPicPr preferRelativeResize="0"/>
          <p:nvPr/>
        </p:nvPicPr>
        <p:blipFill>
          <a:blip r:embed="rId5">
            <a:alphaModFix/>
          </a:blip>
          <a:stretch>
            <a:fillRect/>
          </a:stretch>
        </p:blipFill>
        <p:spPr>
          <a:xfrm>
            <a:off x="2876113" y="969275"/>
            <a:ext cx="549300" cy="253969"/>
          </a:xfrm>
          <a:prstGeom prst="rect">
            <a:avLst/>
          </a:prstGeom>
          <a:noFill/>
          <a:ln>
            <a:noFill/>
          </a:ln>
        </p:spPr>
      </p:pic>
      <p:pic>
        <p:nvPicPr>
          <p:cNvPr id="163" name="Google Shape;163;p15"/>
          <p:cNvPicPr preferRelativeResize="0"/>
          <p:nvPr/>
        </p:nvPicPr>
        <p:blipFill>
          <a:blip r:embed="rId5">
            <a:alphaModFix/>
          </a:blip>
          <a:stretch>
            <a:fillRect/>
          </a:stretch>
        </p:blipFill>
        <p:spPr>
          <a:xfrm>
            <a:off x="1074000" y="1016897"/>
            <a:ext cx="549300" cy="243292"/>
          </a:xfrm>
          <a:prstGeom prst="rect">
            <a:avLst/>
          </a:prstGeom>
          <a:noFill/>
          <a:ln>
            <a:noFill/>
          </a:ln>
        </p:spPr>
      </p:pic>
      <p:pic>
        <p:nvPicPr>
          <p:cNvPr id="164" name="Google Shape;164;p15"/>
          <p:cNvPicPr preferRelativeResize="0"/>
          <p:nvPr/>
        </p:nvPicPr>
        <p:blipFill>
          <a:blip r:embed="rId6">
            <a:alphaModFix/>
          </a:blip>
          <a:stretch>
            <a:fillRect/>
          </a:stretch>
        </p:blipFill>
        <p:spPr>
          <a:xfrm>
            <a:off x="874892" y="1724576"/>
            <a:ext cx="324225" cy="113629"/>
          </a:xfrm>
          <a:prstGeom prst="rect">
            <a:avLst/>
          </a:prstGeom>
          <a:noFill/>
          <a:ln>
            <a:noFill/>
          </a:ln>
        </p:spPr>
      </p:pic>
      <p:pic>
        <p:nvPicPr>
          <p:cNvPr id="165" name="Google Shape;165;p15"/>
          <p:cNvPicPr preferRelativeResize="0"/>
          <p:nvPr/>
        </p:nvPicPr>
        <p:blipFill>
          <a:blip r:embed="rId6">
            <a:alphaModFix/>
          </a:blip>
          <a:stretch>
            <a:fillRect/>
          </a:stretch>
        </p:blipFill>
        <p:spPr>
          <a:xfrm>
            <a:off x="2751793" y="1700124"/>
            <a:ext cx="324225" cy="118615"/>
          </a:xfrm>
          <a:prstGeom prst="rect">
            <a:avLst/>
          </a:prstGeom>
          <a:noFill/>
          <a:ln>
            <a:noFill/>
          </a:ln>
        </p:spPr>
      </p:pic>
      <p:pic>
        <p:nvPicPr>
          <p:cNvPr id="166" name="Google Shape;166;p15"/>
          <p:cNvPicPr preferRelativeResize="0"/>
          <p:nvPr/>
        </p:nvPicPr>
        <p:blipFill>
          <a:blip r:embed="rId6">
            <a:alphaModFix/>
          </a:blip>
          <a:stretch>
            <a:fillRect/>
          </a:stretch>
        </p:blipFill>
        <p:spPr>
          <a:xfrm>
            <a:off x="4494557" y="1728251"/>
            <a:ext cx="324225" cy="113889"/>
          </a:xfrm>
          <a:prstGeom prst="rect">
            <a:avLst/>
          </a:prstGeom>
          <a:noFill/>
          <a:ln>
            <a:noFill/>
          </a:ln>
        </p:spPr>
      </p:pic>
      <p:pic>
        <p:nvPicPr>
          <p:cNvPr id="167" name="Google Shape;167;p15"/>
          <p:cNvPicPr preferRelativeResize="0"/>
          <p:nvPr/>
        </p:nvPicPr>
        <p:blipFill>
          <a:blip r:embed="rId6">
            <a:alphaModFix/>
          </a:blip>
          <a:stretch>
            <a:fillRect/>
          </a:stretch>
        </p:blipFill>
        <p:spPr>
          <a:xfrm>
            <a:off x="6213720" y="1723185"/>
            <a:ext cx="324224" cy="117494"/>
          </a:xfrm>
          <a:prstGeom prst="rect">
            <a:avLst/>
          </a:prstGeom>
          <a:noFill/>
          <a:ln>
            <a:noFill/>
          </a:ln>
        </p:spPr>
      </p:pic>
      <p:cxnSp>
        <p:nvCxnSpPr>
          <p:cNvPr id="168" name="Google Shape;168;p15"/>
          <p:cNvCxnSpPr/>
          <p:nvPr/>
        </p:nvCxnSpPr>
        <p:spPr>
          <a:xfrm rot="10800000">
            <a:off x="1033405" y="1654036"/>
            <a:ext cx="7200" cy="90000"/>
          </a:xfrm>
          <a:prstGeom prst="straightConnector1">
            <a:avLst/>
          </a:prstGeom>
          <a:noFill/>
          <a:ln cap="flat" cmpd="sng" w="9525">
            <a:solidFill>
              <a:schemeClr val="dk2"/>
            </a:solidFill>
            <a:prstDash val="solid"/>
            <a:round/>
            <a:headEnd len="med" w="med" type="none"/>
            <a:tailEnd len="med" w="med" type="triangle"/>
          </a:ln>
        </p:spPr>
      </p:cxnSp>
      <p:cxnSp>
        <p:nvCxnSpPr>
          <p:cNvPr id="169" name="Google Shape;169;p15"/>
          <p:cNvCxnSpPr/>
          <p:nvPr/>
        </p:nvCxnSpPr>
        <p:spPr>
          <a:xfrm rot="10800000">
            <a:off x="2910306" y="1622722"/>
            <a:ext cx="7200" cy="93900"/>
          </a:xfrm>
          <a:prstGeom prst="straightConnector1">
            <a:avLst/>
          </a:prstGeom>
          <a:noFill/>
          <a:ln cap="flat" cmpd="sng" w="9525">
            <a:solidFill>
              <a:schemeClr val="dk2"/>
            </a:solidFill>
            <a:prstDash val="solid"/>
            <a:round/>
            <a:headEnd len="med" w="med" type="none"/>
            <a:tailEnd len="med" w="med" type="triangle"/>
          </a:ln>
        </p:spPr>
      </p:cxnSp>
      <p:cxnSp>
        <p:nvCxnSpPr>
          <p:cNvPr id="170" name="Google Shape;170;p15"/>
          <p:cNvCxnSpPr/>
          <p:nvPr/>
        </p:nvCxnSpPr>
        <p:spPr>
          <a:xfrm rot="10800000">
            <a:off x="4653495" y="1618298"/>
            <a:ext cx="7200" cy="90000"/>
          </a:xfrm>
          <a:prstGeom prst="straightConnector1">
            <a:avLst/>
          </a:prstGeom>
          <a:noFill/>
          <a:ln cap="flat" cmpd="sng" w="9525">
            <a:solidFill>
              <a:schemeClr val="dk2"/>
            </a:solidFill>
            <a:prstDash val="solid"/>
            <a:round/>
            <a:headEnd len="med" w="med" type="none"/>
            <a:tailEnd len="med" w="med" type="triangle"/>
          </a:ln>
        </p:spPr>
      </p:cxnSp>
      <p:cxnSp>
        <p:nvCxnSpPr>
          <p:cNvPr id="171" name="Google Shape;171;p15"/>
          <p:cNvCxnSpPr/>
          <p:nvPr/>
        </p:nvCxnSpPr>
        <p:spPr>
          <a:xfrm rot="10800000">
            <a:off x="6372232" y="1641200"/>
            <a:ext cx="7200" cy="93000"/>
          </a:xfrm>
          <a:prstGeom prst="straightConnector1">
            <a:avLst/>
          </a:prstGeom>
          <a:noFill/>
          <a:ln cap="flat" cmpd="sng" w="9525">
            <a:solidFill>
              <a:schemeClr val="dk2"/>
            </a:solidFill>
            <a:prstDash val="solid"/>
            <a:round/>
            <a:headEnd len="med" w="med" type="none"/>
            <a:tailEnd len="med" w="med" type="triangle"/>
          </a:ln>
        </p:spPr>
      </p:cxnSp>
      <p:cxnSp>
        <p:nvCxnSpPr>
          <p:cNvPr id="172" name="Google Shape;172;p15"/>
          <p:cNvCxnSpPr/>
          <p:nvPr/>
        </p:nvCxnSpPr>
        <p:spPr>
          <a:xfrm>
            <a:off x="1030092" y="1846861"/>
            <a:ext cx="2700" cy="72300"/>
          </a:xfrm>
          <a:prstGeom prst="straightConnector1">
            <a:avLst/>
          </a:prstGeom>
          <a:noFill/>
          <a:ln cap="flat" cmpd="sng" w="9525">
            <a:solidFill>
              <a:schemeClr val="dk2"/>
            </a:solidFill>
            <a:prstDash val="solid"/>
            <a:round/>
            <a:headEnd len="med" w="med" type="none"/>
            <a:tailEnd len="med" w="med" type="triangle"/>
          </a:ln>
        </p:spPr>
      </p:cxnSp>
      <p:cxnSp>
        <p:nvCxnSpPr>
          <p:cNvPr id="173" name="Google Shape;173;p15"/>
          <p:cNvCxnSpPr/>
          <p:nvPr/>
        </p:nvCxnSpPr>
        <p:spPr>
          <a:xfrm>
            <a:off x="2912543" y="1835601"/>
            <a:ext cx="2700" cy="75600"/>
          </a:xfrm>
          <a:prstGeom prst="straightConnector1">
            <a:avLst/>
          </a:prstGeom>
          <a:noFill/>
          <a:ln cap="flat" cmpd="sng" w="9525">
            <a:solidFill>
              <a:schemeClr val="dk2"/>
            </a:solidFill>
            <a:prstDash val="solid"/>
            <a:round/>
            <a:headEnd len="med" w="med" type="none"/>
            <a:tailEnd len="med" w="med" type="triangle"/>
          </a:ln>
        </p:spPr>
      </p:cxnSp>
      <p:cxnSp>
        <p:nvCxnSpPr>
          <p:cNvPr id="174" name="Google Shape;174;p15"/>
          <p:cNvCxnSpPr/>
          <p:nvPr/>
        </p:nvCxnSpPr>
        <p:spPr>
          <a:xfrm>
            <a:off x="4684582" y="1849105"/>
            <a:ext cx="2700" cy="72600"/>
          </a:xfrm>
          <a:prstGeom prst="straightConnector1">
            <a:avLst/>
          </a:prstGeom>
          <a:noFill/>
          <a:ln cap="flat" cmpd="sng" w="9525">
            <a:solidFill>
              <a:schemeClr val="dk2"/>
            </a:solidFill>
            <a:prstDash val="solid"/>
            <a:round/>
            <a:headEnd len="med" w="med" type="none"/>
            <a:tailEnd len="med" w="med" type="triangle"/>
          </a:ln>
        </p:spPr>
      </p:cxnSp>
      <p:cxnSp>
        <p:nvCxnSpPr>
          <p:cNvPr id="175" name="Google Shape;175;p15"/>
          <p:cNvCxnSpPr/>
          <p:nvPr/>
        </p:nvCxnSpPr>
        <p:spPr>
          <a:xfrm>
            <a:off x="6377394" y="1857358"/>
            <a:ext cx="2700" cy="74700"/>
          </a:xfrm>
          <a:prstGeom prst="straightConnector1">
            <a:avLst/>
          </a:prstGeom>
          <a:noFill/>
          <a:ln cap="flat" cmpd="sng" w="9525">
            <a:solidFill>
              <a:schemeClr val="dk2"/>
            </a:solidFill>
            <a:prstDash val="solid"/>
            <a:round/>
            <a:headEnd len="med" w="med" type="none"/>
            <a:tailEnd len="med" w="med" type="triangle"/>
          </a:ln>
        </p:spPr>
      </p:cxnSp>
      <p:pic>
        <p:nvPicPr>
          <p:cNvPr id="176" name="Google Shape;176;p15"/>
          <p:cNvPicPr preferRelativeResize="0"/>
          <p:nvPr/>
        </p:nvPicPr>
        <p:blipFill rotWithShape="1">
          <a:blip r:embed="rId7">
            <a:alphaModFix/>
          </a:blip>
          <a:srcRect b="0" l="0" r="0" t="0"/>
          <a:stretch/>
        </p:blipFill>
        <p:spPr>
          <a:xfrm>
            <a:off x="866755" y="1927928"/>
            <a:ext cx="302100" cy="140225"/>
          </a:xfrm>
          <a:prstGeom prst="rect">
            <a:avLst/>
          </a:prstGeom>
          <a:noFill/>
          <a:ln>
            <a:noFill/>
          </a:ln>
        </p:spPr>
      </p:pic>
      <p:pic>
        <p:nvPicPr>
          <p:cNvPr id="177" name="Google Shape;177;p15"/>
          <p:cNvPicPr preferRelativeResize="0"/>
          <p:nvPr/>
        </p:nvPicPr>
        <p:blipFill rotWithShape="1">
          <a:blip r:embed="rId7">
            <a:alphaModFix/>
          </a:blip>
          <a:srcRect b="0" l="0" r="0" t="0"/>
          <a:stretch/>
        </p:blipFill>
        <p:spPr>
          <a:xfrm>
            <a:off x="2762856" y="1903194"/>
            <a:ext cx="302100" cy="146379"/>
          </a:xfrm>
          <a:prstGeom prst="rect">
            <a:avLst/>
          </a:prstGeom>
          <a:noFill/>
          <a:ln>
            <a:noFill/>
          </a:ln>
        </p:spPr>
      </p:pic>
      <p:pic>
        <p:nvPicPr>
          <p:cNvPr id="178" name="Google Shape;178;p15"/>
          <p:cNvPicPr preferRelativeResize="0"/>
          <p:nvPr/>
        </p:nvPicPr>
        <p:blipFill rotWithShape="1">
          <a:blip r:embed="rId7">
            <a:alphaModFix/>
          </a:blip>
          <a:srcRect b="0" l="0" r="0" t="0"/>
          <a:stretch/>
        </p:blipFill>
        <p:spPr>
          <a:xfrm>
            <a:off x="4507082" y="1928648"/>
            <a:ext cx="302100" cy="140545"/>
          </a:xfrm>
          <a:prstGeom prst="rect">
            <a:avLst/>
          </a:prstGeom>
          <a:noFill/>
          <a:ln>
            <a:noFill/>
          </a:ln>
        </p:spPr>
      </p:pic>
      <p:pic>
        <p:nvPicPr>
          <p:cNvPr id="179" name="Google Shape;179;p15"/>
          <p:cNvPicPr preferRelativeResize="0"/>
          <p:nvPr/>
        </p:nvPicPr>
        <p:blipFill rotWithShape="1">
          <a:blip r:embed="rId7">
            <a:alphaModFix/>
          </a:blip>
          <a:srcRect b="0" l="0" r="0" t="0"/>
          <a:stretch/>
        </p:blipFill>
        <p:spPr>
          <a:xfrm>
            <a:off x="6227707" y="1926497"/>
            <a:ext cx="302099" cy="144996"/>
          </a:xfrm>
          <a:prstGeom prst="rect">
            <a:avLst/>
          </a:prstGeom>
          <a:noFill/>
          <a:ln>
            <a:noFill/>
          </a:ln>
        </p:spPr>
      </p:pic>
      <p:pic>
        <p:nvPicPr>
          <p:cNvPr id="180" name="Google Shape;180;p15"/>
          <p:cNvPicPr preferRelativeResize="0"/>
          <p:nvPr/>
        </p:nvPicPr>
        <p:blipFill>
          <a:blip r:embed="rId6">
            <a:alphaModFix/>
          </a:blip>
          <a:stretch>
            <a:fillRect/>
          </a:stretch>
        </p:blipFill>
        <p:spPr>
          <a:xfrm>
            <a:off x="855692" y="2147306"/>
            <a:ext cx="324225" cy="113629"/>
          </a:xfrm>
          <a:prstGeom prst="rect">
            <a:avLst/>
          </a:prstGeom>
          <a:noFill/>
          <a:ln>
            <a:noFill/>
          </a:ln>
        </p:spPr>
      </p:pic>
      <p:cxnSp>
        <p:nvCxnSpPr>
          <p:cNvPr id="181" name="Google Shape;181;p15"/>
          <p:cNvCxnSpPr/>
          <p:nvPr/>
        </p:nvCxnSpPr>
        <p:spPr>
          <a:xfrm rot="10800000">
            <a:off x="1014205" y="2076767"/>
            <a:ext cx="7200" cy="90000"/>
          </a:xfrm>
          <a:prstGeom prst="straightConnector1">
            <a:avLst/>
          </a:prstGeom>
          <a:noFill/>
          <a:ln cap="flat" cmpd="sng" w="9525">
            <a:solidFill>
              <a:schemeClr val="dk2"/>
            </a:solidFill>
            <a:prstDash val="solid"/>
            <a:round/>
            <a:headEnd len="med" w="med" type="none"/>
            <a:tailEnd len="med" w="med" type="triangle"/>
          </a:ln>
        </p:spPr>
      </p:cxnSp>
      <p:cxnSp>
        <p:nvCxnSpPr>
          <p:cNvPr id="182" name="Google Shape;182;p15"/>
          <p:cNvCxnSpPr/>
          <p:nvPr/>
        </p:nvCxnSpPr>
        <p:spPr>
          <a:xfrm>
            <a:off x="1010892" y="2269592"/>
            <a:ext cx="2700" cy="72300"/>
          </a:xfrm>
          <a:prstGeom prst="straightConnector1">
            <a:avLst/>
          </a:prstGeom>
          <a:noFill/>
          <a:ln cap="flat" cmpd="sng" w="9525">
            <a:solidFill>
              <a:schemeClr val="dk2"/>
            </a:solidFill>
            <a:prstDash val="solid"/>
            <a:round/>
            <a:headEnd len="med" w="med" type="none"/>
            <a:tailEnd len="med" w="med" type="triangle"/>
          </a:ln>
        </p:spPr>
      </p:cxnSp>
      <p:pic>
        <p:nvPicPr>
          <p:cNvPr id="183" name="Google Shape;183;p15"/>
          <p:cNvPicPr preferRelativeResize="0"/>
          <p:nvPr/>
        </p:nvPicPr>
        <p:blipFill>
          <a:blip r:embed="rId6">
            <a:alphaModFix/>
          </a:blip>
          <a:stretch>
            <a:fillRect/>
          </a:stretch>
        </p:blipFill>
        <p:spPr>
          <a:xfrm>
            <a:off x="2751793" y="2138764"/>
            <a:ext cx="324225" cy="118615"/>
          </a:xfrm>
          <a:prstGeom prst="rect">
            <a:avLst/>
          </a:prstGeom>
          <a:noFill/>
          <a:ln>
            <a:noFill/>
          </a:ln>
        </p:spPr>
      </p:pic>
      <p:cxnSp>
        <p:nvCxnSpPr>
          <p:cNvPr id="184" name="Google Shape;184;p15"/>
          <p:cNvCxnSpPr/>
          <p:nvPr/>
        </p:nvCxnSpPr>
        <p:spPr>
          <a:xfrm rot="10800000">
            <a:off x="2910306" y="2065179"/>
            <a:ext cx="7200" cy="93900"/>
          </a:xfrm>
          <a:prstGeom prst="straightConnector1">
            <a:avLst/>
          </a:prstGeom>
          <a:noFill/>
          <a:ln cap="flat" cmpd="sng" w="9525">
            <a:solidFill>
              <a:schemeClr val="dk2"/>
            </a:solidFill>
            <a:prstDash val="solid"/>
            <a:round/>
            <a:headEnd len="med" w="med" type="none"/>
            <a:tailEnd len="med" w="med" type="triangle"/>
          </a:ln>
        </p:spPr>
      </p:cxnSp>
      <p:cxnSp>
        <p:nvCxnSpPr>
          <p:cNvPr id="185" name="Google Shape;185;p15"/>
          <p:cNvCxnSpPr/>
          <p:nvPr/>
        </p:nvCxnSpPr>
        <p:spPr>
          <a:xfrm>
            <a:off x="2906993" y="2266416"/>
            <a:ext cx="2700" cy="75600"/>
          </a:xfrm>
          <a:prstGeom prst="straightConnector1">
            <a:avLst/>
          </a:prstGeom>
          <a:noFill/>
          <a:ln cap="flat" cmpd="sng" w="9525">
            <a:solidFill>
              <a:schemeClr val="dk2"/>
            </a:solidFill>
            <a:prstDash val="solid"/>
            <a:round/>
            <a:headEnd len="med" w="med" type="none"/>
            <a:tailEnd len="med" w="med" type="triangle"/>
          </a:ln>
        </p:spPr>
      </p:cxnSp>
      <p:pic>
        <p:nvPicPr>
          <p:cNvPr id="186" name="Google Shape;186;p15"/>
          <p:cNvPicPr preferRelativeResize="0"/>
          <p:nvPr/>
        </p:nvPicPr>
        <p:blipFill>
          <a:blip r:embed="rId6">
            <a:alphaModFix/>
          </a:blip>
          <a:stretch>
            <a:fillRect/>
          </a:stretch>
        </p:blipFill>
        <p:spPr>
          <a:xfrm>
            <a:off x="4496020" y="2146817"/>
            <a:ext cx="324225" cy="113889"/>
          </a:xfrm>
          <a:prstGeom prst="rect">
            <a:avLst/>
          </a:prstGeom>
          <a:noFill/>
          <a:ln>
            <a:noFill/>
          </a:ln>
        </p:spPr>
      </p:pic>
      <p:cxnSp>
        <p:nvCxnSpPr>
          <p:cNvPr id="187" name="Google Shape;187;p15"/>
          <p:cNvCxnSpPr/>
          <p:nvPr/>
        </p:nvCxnSpPr>
        <p:spPr>
          <a:xfrm rot="10800000">
            <a:off x="4654532" y="2076322"/>
            <a:ext cx="7200" cy="90000"/>
          </a:xfrm>
          <a:prstGeom prst="straightConnector1">
            <a:avLst/>
          </a:prstGeom>
          <a:noFill/>
          <a:ln cap="flat" cmpd="sng" w="9525">
            <a:solidFill>
              <a:schemeClr val="dk2"/>
            </a:solidFill>
            <a:prstDash val="solid"/>
            <a:round/>
            <a:headEnd len="med" w="med" type="none"/>
            <a:tailEnd len="med" w="med" type="triangle"/>
          </a:ln>
        </p:spPr>
      </p:cxnSp>
      <p:cxnSp>
        <p:nvCxnSpPr>
          <p:cNvPr id="188" name="Google Shape;188;p15"/>
          <p:cNvCxnSpPr/>
          <p:nvPr/>
        </p:nvCxnSpPr>
        <p:spPr>
          <a:xfrm>
            <a:off x="4651220" y="2269382"/>
            <a:ext cx="2700" cy="72600"/>
          </a:xfrm>
          <a:prstGeom prst="straightConnector1">
            <a:avLst/>
          </a:prstGeom>
          <a:noFill/>
          <a:ln cap="flat" cmpd="sng" w="9525">
            <a:solidFill>
              <a:schemeClr val="dk2"/>
            </a:solidFill>
            <a:prstDash val="solid"/>
            <a:round/>
            <a:headEnd len="med" w="med" type="none"/>
            <a:tailEnd len="med" w="med" type="triangle"/>
          </a:ln>
        </p:spPr>
      </p:cxnSp>
      <p:pic>
        <p:nvPicPr>
          <p:cNvPr id="189" name="Google Shape;189;p15"/>
          <p:cNvPicPr preferRelativeResize="0"/>
          <p:nvPr/>
        </p:nvPicPr>
        <p:blipFill>
          <a:blip r:embed="rId6">
            <a:alphaModFix/>
          </a:blip>
          <a:stretch>
            <a:fillRect/>
          </a:stretch>
        </p:blipFill>
        <p:spPr>
          <a:xfrm>
            <a:off x="6216645" y="2140638"/>
            <a:ext cx="324224" cy="117494"/>
          </a:xfrm>
          <a:prstGeom prst="rect">
            <a:avLst/>
          </a:prstGeom>
          <a:noFill/>
          <a:ln>
            <a:noFill/>
          </a:ln>
        </p:spPr>
      </p:pic>
      <p:cxnSp>
        <p:nvCxnSpPr>
          <p:cNvPr id="190" name="Google Shape;190;p15"/>
          <p:cNvCxnSpPr/>
          <p:nvPr/>
        </p:nvCxnSpPr>
        <p:spPr>
          <a:xfrm rot="10800000">
            <a:off x="6375157" y="2067760"/>
            <a:ext cx="7200" cy="93000"/>
          </a:xfrm>
          <a:prstGeom prst="straightConnector1">
            <a:avLst/>
          </a:prstGeom>
          <a:noFill/>
          <a:ln cap="flat" cmpd="sng" w="9525">
            <a:solidFill>
              <a:schemeClr val="dk2"/>
            </a:solidFill>
            <a:prstDash val="solid"/>
            <a:round/>
            <a:headEnd len="med" w="med" type="none"/>
            <a:tailEnd len="med" w="med" type="triangle"/>
          </a:ln>
        </p:spPr>
      </p:cxnSp>
      <p:cxnSp>
        <p:nvCxnSpPr>
          <p:cNvPr id="191" name="Google Shape;191;p15"/>
          <p:cNvCxnSpPr/>
          <p:nvPr/>
        </p:nvCxnSpPr>
        <p:spPr>
          <a:xfrm>
            <a:off x="6371844" y="2267084"/>
            <a:ext cx="2700" cy="74700"/>
          </a:xfrm>
          <a:prstGeom prst="straightConnector1">
            <a:avLst/>
          </a:prstGeom>
          <a:noFill/>
          <a:ln cap="flat" cmpd="sng" w="9525">
            <a:solidFill>
              <a:schemeClr val="dk2"/>
            </a:solidFill>
            <a:prstDash val="solid"/>
            <a:round/>
            <a:headEnd len="med" w="med" type="none"/>
            <a:tailEnd len="med" w="med" type="triangle"/>
          </a:ln>
        </p:spPr>
      </p:cxnSp>
      <p:pic>
        <p:nvPicPr>
          <p:cNvPr id="192" name="Google Shape;192;p15"/>
          <p:cNvPicPr preferRelativeResize="0"/>
          <p:nvPr/>
        </p:nvPicPr>
        <p:blipFill rotWithShape="1">
          <a:blip r:embed="rId8">
            <a:alphaModFix/>
          </a:blip>
          <a:srcRect b="13850" l="13649" r="12810" t="13098"/>
          <a:stretch/>
        </p:blipFill>
        <p:spPr>
          <a:xfrm>
            <a:off x="861204" y="2350621"/>
            <a:ext cx="302100" cy="144995"/>
          </a:xfrm>
          <a:prstGeom prst="rect">
            <a:avLst/>
          </a:prstGeom>
          <a:noFill/>
          <a:ln>
            <a:noFill/>
          </a:ln>
        </p:spPr>
      </p:pic>
      <p:pic>
        <p:nvPicPr>
          <p:cNvPr id="193" name="Google Shape;193;p15"/>
          <p:cNvPicPr preferRelativeResize="0"/>
          <p:nvPr/>
        </p:nvPicPr>
        <p:blipFill rotWithShape="1">
          <a:blip r:embed="rId8">
            <a:alphaModFix/>
          </a:blip>
          <a:srcRect b="13850" l="13649" r="12810" t="13098"/>
          <a:stretch/>
        </p:blipFill>
        <p:spPr>
          <a:xfrm>
            <a:off x="2764081" y="2350995"/>
            <a:ext cx="302100" cy="144995"/>
          </a:xfrm>
          <a:prstGeom prst="rect">
            <a:avLst/>
          </a:prstGeom>
          <a:noFill/>
          <a:ln>
            <a:noFill/>
          </a:ln>
        </p:spPr>
      </p:pic>
      <p:pic>
        <p:nvPicPr>
          <p:cNvPr id="194" name="Google Shape;194;p15"/>
          <p:cNvPicPr preferRelativeResize="0"/>
          <p:nvPr/>
        </p:nvPicPr>
        <p:blipFill rotWithShape="1">
          <a:blip r:embed="rId8">
            <a:alphaModFix/>
          </a:blip>
          <a:srcRect b="13850" l="13649" r="12810" t="13098"/>
          <a:stretch/>
        </p:blipFill>
        <p:spPr>
          <a:xfrm>
            <a:off x="4501532" y="2350590"/>
            <a:ext cx="302100" cy="144995"/>
          </a:xfrm>
          <a:prstGeom prst="rect">
            <a:avLst/>
          </a:prstGeom>
          <a:noFill/>
          <a:ln>
            <a:noFill/>
          </a:ln>
        </p:spPr>
      </p:pic>
      <p:pic>
        <p:nvPicPr>
          <p:cNvPr id="195" name="Google Shape;195;p15"/>
          <p:cNvPicPr preferRelativeResize="0"/>
          <p:nvPr/>
        </p:nvPicPr>
        <p:blipFill rotWithShape="1">
          <a:blip r:embed="rId8">
            <a:alphaModFix/>
          </a:blip>
          <a:srcRect b="13850" l="13649" r="12810" t="13098"/>
          <a:stretch/>
        </p:blipFill>
        <p:spPr>
          <a:xfrm>
            <a:off x="6222133" y="2350824"/>
            <a:ext cx="302100" cy="144995"/>
          </a:xfrm>
          <a:prstGeom prst="rect">
            <a:avLst/>
          </a:prstGeom>
          <a:noFill/>
          <a:ln>
            <a:noFill/>
          </a:ln>
        </p:spPr>
      </p:pic>
      <p:cxnSp>
        <p:nvCxnSpPr>
          <p:cNvPr id="196" name="Google Shape;196;p15"/>
          <p:cNvCxnSpPr>
            <a:stCxn id="192" idx="2"/>
            <a:endCxn id="197" idx="1"/>
          </p:cNvCxnSpPr>
          <p:nvPr/>
        </p:nvCxnSpPr>
        <p:spPr>
          <a:xfrm flipH="1" rot="-5400000">
            <a:off x="2140704" y="1367167"/>
            <a:ext cx="352500" cy="2609400"/>
          </a:xfrm>
          <a:prstGeom prst="curvedConnector2">
            <a:avLst/>
          </a:prstGeom>
          <a:noFill/>
          <a:ln cap="flat" cmpd="sng" w="9525">
            <a:solidFill>
              <a:schemeClr val="dk2"/>
            </a:solidFill>
            <a:prstDash val="solid"/>
            <a:round/>
            <a:headEnd len="med" w="med" type="none"/>
            <a:tailEnd len="med" w="med" type="none"/>
          </a:ln>
        </p:spPr>
      </p:cxnSp>
      <p:cxnSp>
        <p:nvCxnSpPr>
          <p:cNvPr id="198" name="Google Shape;198;p15"/>
          <p:cNvCxnSpPr>
            <a:endCxn id="197" idx="1"/>
          </p:cNvCxnSpPr>
          <p:nvPr/>
        </p:nvCxnSpPr>
        <p:spPr>
          <a:xfrm>
            <a:off x="2888269" y="2505116"/>
            <a:ext cx="733500" cy="3429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199" name="Google Shape;199;p15"/>
          <p:cNvCxnSpPr>
            <a:endCxn id="197" idx="3"/>
          </p:cNvCxnSpPr>
          <p:nvPr/>
        </p:nvCxnSpPr>
        <p:spPr>
          <a:xfrm flipH="1">
            <a:off x="4021218" y="2504216"/>
            <a:ext cx="625200" cy="343800"/>
          </a:xfrm>
          <a:prstGeom prst="curvedConnector3">
            <a:avLst>
              <a:gd fmla="val 50000" name="adj1"/>
            </a:avLst>
          </a:prstGeom>
          <a:noFill/>
          <a:ln cap="flat" cmpd="sng" w="9525">
            <a:solidFill>
              <a:schemeClr val="dk2"/>
            </a:solidFill>
            <a:prstDash val="solid"/>
            <a:round/>
            <a:headEnd len="med" w="med" type="none"/>
            <a:tailEnd len="med" w="med" type="none"/>
          </a:ln>
        </p:spPr>
      </p:cxnSp>
      <p:cxnSp>
        <p:nvCxnSpPr>
          <p:cNvPr id="200" name="Google Shape;200;p15"/>
          <p:cNvCxnSpPr>
            <a:stCxn id="195" idx="2"/>
            <a:endCxn id="197" idx="3"/>
          </p:cNvCxnSpPr>
          <p:nvPr/>
        </p:nvCxnSpPr>
        <p:spPr>
          <a:xfrm rot="5400000">
            <a:off x="5021083" y="1495919"/>
            <a:ext cx="352200" cy="2352000"/>
          </a:xfrm>
          <a:prstGeom prst="curvedConnector2">
            <a:avLst/>
          </a:prstGeom>
          <a:noFill/>
          <a:ln cap="flat" cmpd="sng" w="9525">
            <a:solidFill>
              <a:schemeClr val="dk2"/>
            </a:solidFill>
            <a:prstDash val="solid"/>
            <a:round/>
            <a:headEnd len="med" w="med" type="none"/>
            <a:tailEnd len="med" w="med" type="none"/>
          </a:ln>
        </p:spPr>
      </p:cxnSp>
      <p:pic>
        <p:nvPicPr>
          <p:cNvPr id="197" name="Google Shape;197;p15"/>
          <p:cNvPicPr preferRelativeResize="0"/>
          <p:nvPr/>
        </p:nvPicPr>
        <p:blipFill rotWithShape="1">
          <a:blip r:embed="rId9">
            <a:alphaModFix/>
          </a:blip>
          <a:srcRect b="0" l="219" r="209" t="0"/>
          <a:stretch/>
        </p:blipFill>
        <p:spPr>
          <a:xfrm>
            <a:off x="3621769" y="2688513"/>
            <a:ext cx="399449" cy="319006"/>
          </a:xfrm>
          <a:prstGeom prst="rect">
            <a:avLst/>
          </a:prstGeom>
          <a:noFill/>
          <a:ln>
            <a:noFill/>
          </a:ln>
        </p:spPr>
      </p:pic>
      <p:pic>
        <p:nvPicPr>
          <p:cNvPr id="201" name="Google Shape;201;p15"/>
          <p:cNvPicPr preferRelativeResize="0"/>
          <p:nvPr/>
        </p:nvPicPr>
        <p:blipFill>
          <a:blip r:embed="rId6">
            <a:alphaModFix/>
          </a:blip>
          <a:stretch>
            <a:fillRect/>
          </a:stretch>
        </p:blipFill>
        <p:spPr>
          <a:xfrm>
            <a:off x="3621769" y="3078005"/>
            <a:ext cx="324225" cy="113629"/>
          </a:xfrm>
          <a:prstGeom prst="rect">
            <a:avLst/>
          </a:prstGeom>
          <a:noFill/>
          <a:ln>
            <a:noFill/>
          </a:ln>
        </p:spPr>
      </p:pic>
      <p:cxnSp>
        <p:nvCxnSpPr>
          <p:cNvPr id="202" name="Google Shape;202;p15"/>
          <p:cNvCxnSpPr/>
          <p:nvPr/>
        </p:nvCxnSpPr>
        <p:spPr>
          <a:xfrm rot="10800000">
            <a:off x="3780282" y="3007465"/>
            <a:ext cx="7200" cy="90000"/>
          </a:xfrm>
          <a:prstGeom prst="straightConnector1">
            <a:avLst/>
          </a:prstGeom>
          <a:noFill/>
          <a:ln cap="flat" cmpd="sng" w="9525">
            <a:solidFill>
              <a:schemeClr val="dk2"/>
            </a:solidFill>
            <a:prstDash val="solid"/>
            <a:round/>
            <a:headEnd len="med" w="med" type="none"/>
            <a:tailEnd len="med" w="med" type="triangle"/>
          </a:ln>
        </p:spPr>
      </p:cxnSp>
      <p:cxnSp>
        <p:nvCxnSpPr>
          <p:cNvPr id="203" name="Google Shape;203;p15"/>
          <p:cNvCxnSpPr/>
          <p:nvPr/>
        </p:nvCxnSpPr>
        <p:spPr>
          <a:xfrm>
            <a:off x="3776969" y="3200290"/>
            <a:ext cx="2700" cy="72300"/>
          </a:xfrm>
          <a:prstGeom prst="straightConnector1">
            <a:avLst/>
          </a:prstGeom>
          <a:noFill/>
          <a:ln cap="flat" cmpd="sng" w="9525">
            <a:solidFill>
              <a:schemeClr val="dk2"/>
            </a:solidFill>
            <a:prstDash val="solid"/>
            <a:round/>
            <a:headEnd len="med" w="med" type="none"/>
            <a:tailEnd len="med" w="med" type="triangle"/>
          </a:ln>
        </p:spPr>
      </p:cxnSp>
      <p:pic>
        <p:nvPicPr>
          <p:cNvPr id="204" name="Google Shape;204;p15"/>
          <p:cNvPicPr preferRelativeResize="0"/>
          <p:nvPr/>
        </p:nvPicPr>
        <p:blipFill>
          <a:blip r:embed="rId10">
            <a:alphaModFix/>
          </a:blip>
          <a:stretch>
            <a:fillRect/>
          </a:stretch>
        </p:blipFill>
        <p:spPr>
          <a:xfrm>
            <a:off x="3604619" y="3262109"/>
            <a:ext cx="347425" cy="216550"/>
          </a:xfrm>
          <a:prstGeom prst="rect">
            <a:avLst/>
          </a:prstGeom>
          <a:noFill/>
          <a:ln>
            <a:noFill/>
          </a:ln>
        </p:spPr>
      </p:pic>
      <p:pic>
        <p:nvPicPr>
          <p:cNvPr id="205" name="Google Shape;205;p15"/>
          <p:cNvPicPr preferRelativeResize="0"/>
          <p:nvPr/>
        </p:nvPicPr>
        <p:blipFill>
          <a:blip r:embed="rId6">
            <a:alphaModFix/>
          </a:blip>
          <a:stretch>
            <a:fillRect/>
          </a:stretch>
        </p:blipFill>
        <p:spPr>
          <a:xfrm>
            <a:off x="3621781" y="3513955"/>
            <a:ext cx="324200" cy="78081"/>
          </a:xfrm>
          <a:prstGeom prst="rect">
            <a:avLst/>
          </a:prstGeom>
          <a:noFill/>
          <a:ln>
            <a:noFill/>
          </a:ln>
        </p:spPr>
      </p:pic>
      <p:cxnSp>
        <p:nvCxnSpPr>
          <p:cNvPr id="206" name="Google Shape;206;p15"/>
          <p:cNvCxnSpPr/>
          <p:nvPr/>
        </p:nvCxnSpPr>
        <p:spPr>
          <a:xfrm rot="10800000">
            <a:off x="3780281" y="3465527"/>
            <a:ext cx="7200" cy="61800"/>
          </a:xfrm>
          <a:prstGeom prst="straightConnector1">
            <a:avLst/>
          </a:prstGeom>
          <a:noFill/>
          <a:ln cap="flat" cmpd="sng" w="9525">
            <a:solidFill>
              <a:schemeClr val="dk2"/>
            </a:solidFill>
            <a:prstDash val="solid"/>
            <a:round/>
            <a:headEnd len="med" w="med" type="none"/>
            <a:tailEnd len="med" w="med" type="triangle"/>
          </a:ln>
        </p:spPr>
      </p:cxnSp>
      <p:cxnSp>
        <p:nvCxnSpPr>
          <p:cNvPr id="207" name="Google Shape;207;p15"/>
          <p:cNvCxnSpPr/>
          <p:nvPr/>
        </p:nvCxnSpPr>
        <p:spPr>
          <a:xfrm>
            <a:off x="3776970" y="3597985"/>
            <a:ext cx="2700" cy="49500"/>
          </a:xfrm>
          <a:prstGeom prst="straightConnector1">
            <a:avLst/>
          </a:prstGeom>
          <a:noFill/>
          <a:ln cap="flat" cmpd="sng" w="9525">
            <a:solidFill>
              <a:schemeClr val="dk2"/>
            </a:solidFill>
            <a:prstDash val="solid"/>
            <a:round/>
            <a:headEnd len="med" w="med" type="none"/>
            <a:tailEnd len="med" w="med" type="triangle"/>
          </a:ln>
        </p:spPr>
      </p:cxnSp>
      <p:pic>
        <p:nvPicPr>
          <p:cNvPr id="208" name="Google Shape;208;p15"/>
          <p:cNvPicPr preferRelativeResize="0"/>
          <p:nvPr/>
        </p:nvPicPr>
        <p:blipFill rotWithShape="1">
          <a:blip r:embed="rId8">
            <a:alphaModFix/>
          </a:blip>
          <a:srcRect b="13850" l="13649" r="12810" t="13098"/>
          <a:stretch/>
        </p:blipFill>
        <p:spPr>
          <a:xfrm>
            <a:off x="3627300" y="3653684"/>
            <a:ext cx="302074" cy="185100"/>
          </a:xfrm>
          <a:prstGeom prst="rect">
            <a:avLst/>
          </a:prstGeom>
          <a:noFill/>
          <a:ln>
            <a:noFill/>
          </a:ln>
        </p:spPr>
      </p:pic>
      <p:pic>
        <p:nvPicPr>
          <p:cNvPr id="209" name="Google Shape;209;p15"/>
          <p:cNvPicPr preferRelativeResize="0"/>
          <p:nvPr/>
        </p:nvPicPr>
        <p:blipFill>
          <a:blip r:embed="rId6">
            <a:alphaModFix/>
          </a:blip>
          <a:stretch>
            <a:fillRect/>
          </a:stretch>
        </p:blipFill>
        <p:spPr>
          <a:xfrm>
            <a:off x="3604613" y="4158050"/>
            <a:ext cx="347425" cy="253975"/>
          </a:xfrm>
          <a:prstGeom prst="rect">
            <a:avLst/>
          </a:prstGeom>
          <a:noFill/>
          <a:ln>
            <a:noFill/>
          </a:ln>
        </p:spPr>
      </p:pic>
      <p:cxnSp>
        <p:nvCxnSpPr>
          <p:cNvPr id="210" name="Google Shape;210;p15"/>
          <p:cNvCxnSpPr>
            <a:stCxn id="209" idx="0"/>
            <a:endCxn id="208" idx="2"/>
          </p:cNvCxnSpPr>
          <p:nvPr/>
        </p:nvCxnSpPr>
        <p:spPr>
          <a:xfrm rot="10800000">
            <a:off x="3778325" y="3838850"/>
            <a:ext cx="0" cy="319200"/>
          </a:xfrm>
          <a:prstGeom prst="straightConnector1">
            <a:avLst/>
          </a:prstGeom>
          <a:noFill/>
          <a:ln cap="flat" cmpd="sng" w="9525">
            <a:solidFill>
              <a:schemeClr val="dk2"/>
            </a:solidFill>
            <a:prstDash val="solid"/>
            <a:round/>
            <a:headEnd len="med" w="med" type="none"/>
            <a:tailEnd len="med" w="med" type="triangle"/>
          </a:ln>
        </p:spPr>
      </p:cxnSp>
      <p:cxnSp>
        <p:nvCxnSpPr>
          <p:cNvPr id="211" name="Google Shape;211;p15"/>
          <p:cNvCxnSpPr>
            <a:stCxn id="209" idx="2"/>
          </p:cNvCxnSpPr>
          <p:nvPr/>
        </p:nvCxnSpPr>
        <p:spPr>
          <a:xfrm>
            <a:off x="3778325" y="4412025"/>
            <a:ext cx="20700" cy="240900"/>
          </a:xfrm>
          <a:prstGeom prst="straightConnector1">
            <a:avLst/>
          </a:prstGeom>
          <a:noFill/>
          <a:ln cap="flat" cmpd="sng" w="9525">
            <a:solidFill>
              <a:schemeClr val="dk2"/>
            </a:solidFill>
            <a:prstDash val="solid"/>
            <a:round/>
            <a:headEnd len="med" w="med" type="none"/>
            <a:tailEnd len="med" w="med" type="triangle"/>
          </a:ln>
        </p:spPr>
      </p:cxnSp>
      <p:pic>
        <p:nvPicPr>
          <p:cNvPr id="212" name="Google Shape;212;p15"/>
          <p:cNvPicPr preferRelativeResize="0"/>
          <p:nvPr/>
        </p:nvPicPr>
        <p:blipFill rotWithShape="1">
          <a:blip r:embed="rId11">
            <a:alphaModFix/>
          </a:blip>
          <a:srcRect b="-3415" l="0" r="0" t="-3330"/>
          <a:stretch/>
        </p:blipFill>
        <p:spPr>
          <a:xfrm>
            <a:off x="3508900" y="4629100"/>
            <a:ext cx="625200" cy="513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6"/>
          <p:cNvSpPr txBox="1"/>
          <p:nvPr/>
        </p:nvSpPr>
        <p:spPr>
          <a:xfrm>
            <a:off x="437925" y="931075"/>
            <a:ext cx="79047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dk2"/>
                </a:solidFill>
              </a:rPr>
              <a:t>- </a:t>
            </a:r>
            <a:r>
              <a:rPr lang="en" sz="1300">
                <a:solidFill>
                  <a:schemeClr val="dk2"/>
                </a:solidFill>
                <a:latin typeface="Times New Roman"/>
                <a:ea typeface="Times New Roman"/>
                <a:cs typeface="Times New Roman"/>
                <a:sym typeface="Times New Roman"/>
              </a:rPr>
              <a:t>Added mesh topology to reduce interception chances, ensure data arrives correctly, and make sure no singular failure brings down the network.</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2"/>
                </a:solidFill>
                <a:latin typeface="Times New Roman"/>
                <a:ea typeface="Times New Roman"/>
                <a:cs typeface="Times New Roman"/>
                <a:sym typeface="Times New Roman"/>
              </a:rPr>
              <a:t>- Added high speed connections to make sure routers are capable of handling the speeds.</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2"/>
                </a:solidFill>
                <a:latin typeface="Times New Roman"/>
                <a:ea typeface="Times New Roman"/>
                <a:cs typeface="Times New Roman"/>
                <a:sym typeface="Times New Roman"/>
              </a:rPr>
              <a:t>- Added network observability to enable that the network performance can be monitored and analyzed properly.</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2"/>
                </a:solidFill>
                <a:latin typeface="Times New Roman"/>
                <a:ea typeface="Times New Roman"/>
                <a:cs typeface="Times New Roman"/>
                <a:sym typeface="Times New Roman"/>
              </a:rPr>
              <a:t>- Added a firewall because of the security concerns of the employees.</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n" sz="1300">
                <a:solidFill>
                  <a:schemeClr val="dk2"/>
                </a:solidFill>
                <a:latin typeface="Times New Roman"/>
                <a:ea typeface="Times New Roman"/>
                <a:cs typeface="Times New Roman"/>
                <a:sym typeface="Times New Roman"/>
              </a:rPr>
              <a:t>- Added a WLAN because it  provides greater employee mobility, better collaboration, reduced costs by cutting down on cabling, streamlined network management, increased flexibility to accommodate changing space demands, and seamless customer connectivity in certain environments—all contributing to improved business efficiency and productivity.</a:t>
            </a:r>
            <a:endParaRPr sz="13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300">
              <a:solidFill>
                <a:schemeClr val="dk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pic>
        <p:nvPicPr>
          <p:cNvPr id="222" name="Google Shape;222;p1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3" name="Google Shape;223;p17"/>
          <p:cNvSpPr txBox="1"/>
          <p:nvPr>
            <p:ph idx="4294967295" type="ctrTitle"/>
          </p:nvPr>
        </p:nvSpPr>
        <p:spPr>
          <a:xfrm>
            <a:off x="96875" y="424975"/>
            <a:ext cx="8520600" cy="8004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rgbClr val="1A1A1A"/>
                </a:solidFill>
                <a:latin typeface="Inter ExtraBold"/>
                <a:ea typeface="Inter ExtraBold"/>
                <a:cs typeface="Inter ExtraBold"/>
                <a:sym typeface="Inter ExtraBold"/>
              </a:rPr>
              <a:t>Instructions for the template</a:t>
            </a:r>
            <a:endParaRPr sz="4000">
              <a:solidFill>
                <a:srgbClr val="1A1A1A"/>
              </a:solidFill>
              <a:latin typeface="Inter ExtraBold"/>
              <a:ea typeface="Inter ExtraBold"/>
              <a:cs typeface="Inter ExtraBold"/>
              <a:sym typeface="Inter ExtraBold"/>
            </a:endParaRPr>
          </a:p>
        </p:txBody>
      </p:sp>
      <p:sp>
        <p:nvSpPr>
          <p:cNvPr id="224" name="Google Shape;224;p17"/>
          <p:cNvSpPr txBox="1"/>
          <p:nvPr>
            <p:ph idx="4294967295" type="subTitle"/>
          </p:nvPr>
        </p:nvSpPr>
        <p:spPr>
          <a:xfrm>
            <a:off x="139800" y="1948300"/>
            <a:ext cx="8520600" cy="2966700"/>
          </a:xfrm>
          <a:prstGeom prst="rect">
            <a:avLst/>
          </a:prstGeom>
        </p:spPr>
        <p:txBody>
          <a:bodyPr anchorCtr="0" anchor="b" bIns="91425" lIns="91425" spcFirstLastPara="1" rIns="91425" wrap="square" tIns="91425">
            <a:noAutofit/>
          </a:bodyPr>
          <a:lstStyle/>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Create a copy of this file.</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Use the elements from this file for your “Tempus Fugit” Project. </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If you’ve deleted any icons or slides from your own copy, you can easily copy and paste necessary slides from here.</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When you paste any text from another source, please use the “match destination </a:t>
            </a:r>
            <a:r>
              <a:rPr lang="en" sz="2000">
                <a:solidFill>
                  <a:srgbClr val="1A1A1A"/>
                </a:solidFill>
                <a:latin typeface="Inter"/>
                <a:ea typeface="Inter"/>
                <a:cs typeface="Inter"/>
                <a:sym typeface="Inter"/>
              </a:rPr>
              <a:t>formatting</a:t>
            </a:r>
            <a:r>
              <a:rPr lang="en" sz="2000">
                <a:solidFill>
                  <a:srgbClr val="1A1A1A"/>
                </a:solidFill>
                <a:latin typeface="Inter"/>
                <a:ea typeface="Inter"/>
                <a:cs typeface="Inter"/>
                <a:sym typeface="Inter"/>
              </a:rPr>
              <a:t>” option to keep your project’s style consistent.</a:t>
            </a:r>
            <a:endParaRPr sz="2000">
              <a:solidFill>
                <a:srgbClr val="1A1A1A"/>
              </a:solidFill>
              <a:latin typeface="Inter"/>
              <a:ea typeface="Inter"/>
              <a:cs typeface="Inter"/>
              <a:sym typeface="Inter"/>
            </a:endParaRPr>
          </a:p>
          <a:p>
            <a:pPr indent="-355600" lvl="0" marL="457200" rtl="0" algn="l">
              <a:spcBef>
                <a:spcPts val="0"/>
              </a:spcBef>
              <a:spcAft>
                <a:spcPts val="0"/>
              </a:spcAft>
              <a:buClr>
                <a:srgbClr val="1A1A1A"/>
              </a:buClr>
              <a:buSzPts val="2000"/>
              <a:buFont typeface="Inter"/>
              <a:buAutoNum type="arabicPeriod"/>
            </a:pPr>
            <a:r>
              <a:rPr lang="en" sz="2000">
                <a:solidFill>
                  <a:srgbClr val="1A1A1A"/>
                </a:solidFill>
                <a:latin typeface="Inter"/>
                <a:ea typeface="Inter"/>
                <a:cs typeface="Inter"/>
                <a:sym typeface="Inter"/>
              </a:rPr>
              <a:t>Enjoy!</a:t>
            </a:r>
            <a:endParaRPr sz="2000">
              <a:solidFill>
                <a:srgbClr val="1A1A1A"/>
              </a:solidFill>
              <a:latin typeface="Inter"/>
              <a:ea typeface="Inter"/>
              <a:cs typeface="Inter"/>
              <a:sym typeface="Inter"/>
            </a:endParaRPr>
          </a:p>
        </p:txBody>
      </p:sp>
      <p:sp>
        <p:nvSpPr>
          <p:cNvPr id="225" name="Google Shape;225;p17"/>
          <p:cNvSpPr txBox="1"/>
          <p:nvPr/>
        </p:nvSpPr>
        <p:spPr>
          <a:xfrm>
            <a:off x="139800" y="1114250"/>
            <a:ext cx="3876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rgbClr val="1A1A1A"/>
                </a:solidFill>
                <a:latin typeface="Inter"/>
                <a:ea typeface="Inter"/>
                <a:cs typeface="Inter"/>
                <a:sym typeface="Inter"/>
              </a:rPr>
              <a:t>Do not change this file!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p:nvPr/>
        </p:nvSpPr>
        <p:spPr>
          <a:xfrm>
            <a:off x="264575" y="3082400"/>
            <a:ext cx="8585700" cy="1693200"/>
          </a:xfrm>
          <a:prstGeom prst="roundRect">
            <a:avLst>
              <a:gd fmla="val 974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18"/>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Devices</a:t>
            </a:r>
            <a:endParaRPr sz="4000">
              <a:solidFill>
                <a:srgbClr val="1A1A1A"/>
              </a:solidFill>
              <a:latin typeface="Inter ExtraBold"/>
              <a:ea typeface="Inter ExtraBold"/>
              <a:cs typeface="Inter ExtraBold"/>
              <a:sym typeface="Inter ExtraBold"/>
            </a:endParaRPr>
          </a:p>
        </p:txBody>
      </p:sp>
      <p:pic>
        <p:nvPicPr>
          <p:cNvPr id="232" name="Google Shape;232;p18"/>
          <p:cNvPicPr preferRelativeResize="0"/>
          <p:nvPr/>
        </p:nvPicPr>
        <p:blipFill rotWithShape="1">
          <a:blip r:embed="rId3">
            <a:alphaModFix/>
          </a:blip>
          <a:srcRect b="0" l="288" r="298" t="0"/>
          <a:stretch/>
        </p:blipFill>
        <p:spPr>
          <a:xfrm>
            <a:off x="663450" y="993250"/>
            <a:ext cx="1825752" cy="1278025"/>
          </a:xfrm>
          <a:prstGeom prst="rect">
            <a:avLst/>
          </a:prstGeom>
          <a:noFill/>
          <a:ln>
            <a:noFill/>
          </a:ln>
        </p:spPr>
      </p:pic>
      <p:pic>
        <p:nvPicPr>
          <p:cNvPr id="233" name="Google Shape;233;p18"/>
          <p:cNvPicPr preferRelativeResize="0"/>
          <p:nvPr/>
        </p:nvPicPr>
        <p:blipFill rotWithShape="1">
          <a:blip r:embed="rId4">
            <a:alphaModFix/>
          </a:blip>
          <a:srcRect b="13850" l="13649" r="12810" t="13098"/>
          <a:stretch/>
        </p:blipFill>
        <p:spPr>
          <a:xfrm>
            <a:off x="449400" y="3346450"/>
            <a:ext cx="1333750" cy="1324850"/>
          </a:xfrm>
          <a:prstGeom prst="rect">
            <a:avLst/>
          </a:prstGeom>
          <a:noFill/>
          <a:ln>
            <a:noFill/>
          </a:ln>
        </p:spPr>
      </p:pic>
      <p:pic>
        <p:nvPicPr>
          <p:cNvPr id="234" name="Google Shape;234;p18"/>
          <p:cNvPicPr preferRelativeResize="0"/>
          <p:nvPr/>
        </p:nvPicPr>
        <p:blipFill rotWithShape="1">
          <a:blip r:embed="rId5">
            <a:alphaModFix/>
          </a:blip>
          <a:srcRect b="248" l="0" r="0" t="248"/>
          <a:stretch/>
        </p:blipFill>
        <p:spPr>
          <a:xfrm>
            <a:off x="3400342" y="1097957"/>
            <a:ext cx="2019066" cy="1068601"/>
          </a:xfrm>
          <a:prstGeom prst="rect">
            <a:avLst/>
          </a:prstGeom>
          <a:noFill/>
          <a:ln>
            <a:noFill/>
          </a:ln>
        </p:spPr>
      </p:pic>
      <p:pic>
        <p:nvPicPr>
          <p:cNvPr id="235" name="Google Shape;235;p18"/>
          <p:cNvPicPr preferRelativeResize="0"/>
          <p:nvPr/>
        </p:nvPicPr>
        <p:blipFill rotWithShape="1">
          <a:blip r:embed="rId6">
            <a:alphaModFix/>
          </a:blip>
          <a:srcRect b="0" l="0" r="0" t="0"/>
          <a:stretch/>
        </p:blipFill>
        <p:spPr>
          <a:xfrm>
            <a:off x="2141166" y="3332989"/>
            <a:ext cx="1192039" cy="1192021"/>
          </a:xfrm>
          <a:prstGeom prst="rect">
            <a:avLst/>
          </a:prstGeom>
          <a:noFill/>
          <a:ln>
            <a:noFill/>
          </a:ln>
        </p:spPr>
      </p:pic>
      <p:pic>
        <p:nvPicPr>
          <p:cNvPr id="236" name="Google Shape;236;p18"/>
          <p:cNvPicPr preferRelativeResize="0"/>
          <p:nvPr/>
        </p:nvPicPr>
        <p:blipFill rotWithShape="1">
          <a:blip r:embed="rId7">
            <a:alphaModFix/>
          </a:blip>
          <a:srcRect b="248" l="0" r="0" t="248"/>
          <a:stretch/>
        </p:blipFill>
        <p:spPr>
          <a:xfrm>
            <a:off x="6330547" y="1097962"/>
            <a:ext cx="2029806" cy="1068601"/>
          </a:xfrm>
          <a:prstGeom prst="rect">
            <a:avLst/>
          </a:prstGeom>
          <a:noFill/>
          <a:ln>
            <a:noFill/>
          </a:ln>
        </p:spPr>
      </p:pic>
      <p:pic>
        <p:nvPicPr>
          <p:cNvPr id="237" name="Google Shape;237;p18"/>
          <p:cNvPicPr preferRelativeResize="0"/>
          <p:nvPr/>
        </p:nvPicPr>
        <p:blipFill rotWithShape="1">
          <a:blip r:embed="rId8">
            <a:alphaModFix/>
          </a:blip>
          <a:srcRect b="0" l="0" r="0" t="0"/>
          <a:stretch/>
        </p:blipFill>
        <p:spPr>
          <a:xfrm>
            <a:off x="3691226" y="3346452"/>
            <a:ext cx="1192039" cy="1192021"/>
          </a:xfrm>
          <a:prstGeom prst="rect">
            <a:avLst/>
          </a:prstGeom>
          <a:noFill/>
          <a:ln>
            <a:noFill/>
          </a:ln>
        </p:spPr>
      </p:pic>
      <p:sp>
        <p:nvSpPr>
          <p:cNvPr id="238" name="Google Shape;238;p18"/>
          <p:cNvSpPr txBox="1"/>
          <p:nvPr/>
        </p:nvSpPr>
        <p:spPr>
          <a:xfrm>
            <a:off x="780200"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Router</a:t>
            </a:r>
            <a:endParaRPr/>
          </a:p>
        </p:txBody>
      </p:sp>
      <p:sp>
        <p:nvSpPr>
          <p:cNvPr id="239" name="Google Shape;239;p18"/>
          <p:cNvSpPr txBox="1"/>
          <p:nvPr/>
        </p:nvSpPr>
        <p:spPr>
          <a:xfrm>
            <a:off x="3400338"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Switch</a:t>
            </a:r>
            <a:endParaRPr/>
          </a:p>
        </p:txBody>
      </p:sp>
      <p:sp>
        <p:nvSpPr>
          <p:cNvPr id="240" name="Google Shape;240;p18"/>
          <p:cNvSpPr txBox="1"/>
          <p:nvPr/>
        </p:nvSpPr>
        <p:spPr>
          <a:xfrm>
            <a:off x="6330550" y="2369075"/>
            <a:ext cx="1581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Hub</a:t>
            </a:r>
            <a:endParaRPr/>
          </a:p>
        </p:txBody>
      </p:sp>
      <p:sp>
        <p:nvSpPr>
          <p:cNvPr id="241" name="Google Shape;241;p18"/>
          <p:cNvSpPr txBox="1"/>
          <p:nvPr/>
        </p:nvSpPr>
        <p:spPr>
          <a:xfrm>
            <a:off x="5146125" y="3826250"/>
            <a:ext cx="37041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latin typeface="Inter"/>
                <a:ea typeface="Inter"/>
                <a:cs typeface="Inter"/>
                <a:sym typeface="Inter"/>
              </a:rPr>
              <a:t>If you need to make a complicated design, use these simplified icons </a:t>
            </a:r>
            <a:br>
              <a:rPr lang="en">
                <a:solidFill>
                  <a:schemeClr val="dk2"/>
                </a:solidFill>
                <a:latin typeface="Inter"/>
                <a:ea typeface="Inter"/>
                <a:cs typeface="Inter"/>
                <a:sym typeface="Inter"/>
              </a:rPr>
            </a:br>
            <a:r>
              <a:rPr lang="en">
                <a:solidFill>
                  <a:schemeClr val="dk2"/>
                </a:solidFill>
                <a:latin typeface="Inter"/>
                <a:ea typeface="Inter"/>
                <a:cs typeface="Inter"/>
                <a:sym typeface="Inter"/>
              </a:rPr>
              <a:t>to keep the diagram clean and readable</a:t>
            </a:r>
            <a:endParaRPr>
              <a:solidFill>
                <a:schemeClr val="dk2"/>
              </a:solidFill>
              <a:latin typeface="Inter"/>
              <a:ea typeface="Inter"/>
              <a:cs typeface="Inter"/>
              <a:sym typeface="Inter"/>
            </a:endParaRPr>
          </a:p>
        </p:txBody>
      </p:sp>
      <p:pic>
        <p:nvPicPr>
          <p:cNvPr id="242" name="Google Shape;242;p18"/>
          <p:cNvPicPr preferRelativeResize="0"/>
          <p:nvPr/>
        </p:nvPicPr>
        <p:blipFill rotWithShape="1">
          <a:blip r:embed="rId9">
            <a:alphaModFix/>
          </a:blip>
          <a:srcRect b="0" l="0" r="0" t="0"/>
          <a:stretch/>
        </p:blipFill>
        <p:spPr>
          <a:xfrm>
            <a:off x="5241300" y="3346450"/>
            <a:ext cx="355850" cy="355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9"/>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Devices</a:t>
            </a:r>
            <a:endParaRPr sz="4000">
              <a:solidFill>
                <a:srgbClr val="1A1A1A"/>
              </a:solidFill>
              <a:latin typeface="Inter ExtraBold"/>
              <a:ea typeface="Inter ExtraBold"/>
              <a:cs typeface="Inter ExtraBold"/>
              <a:sym typeface="Inter ExtraBold"/>
            </a:endParaRPr>
          </a:p>
        </p:txBody>
      </p:sp>
      <p:pic>
        <p:nvPicPr>
          <p:cNvPr id="248" name="Google Shape;248;p19"/>
          <p:cNvPicPr preferRelativeResize="0"/>
          <p:nvPr/>
        </p:nvPicPr>
        <p:blipFill rotWithShape="1">
          <a:blip r:embed="rId3">
            <a:alphaModFix/>
          </a:blip>
          <a:srcRect b="0" l="219" r="209" t="0"/>
          <a:stretch/>
        </p:blipFill>
        <p:spPr>
          <a:xfrm>
            <a:off x="491800" y="2527293"/>
            <a:ext cx="1712134" cy="1660244"/>
          </a:xfrm>
          <a:prstGeom prst="rect">
            <a:avLst/>
          </a:prstGeom>
          <a:noFill/>
          <a:ln>
            <a:noFill/>
          </a:ln>
        </p:spPr>
      </p:pic>
      <p:pic>
        <p:nvPicPr>
          <p:cNvPr id="249" name="Google Shape;249;p19"/>
          <p:cNvPicPr preferRelativeResize="0"/>
          <p:nvPr/>
        </p:nvPicPr>
        <p:blipFill rotWithShape="1">
          <a:blip r:embed="rId4">
            <a:alphaModFix/>
          </a:blip>
          <a:srcRect b="0" l="0" r="0" t="0"/>
          <a:stretch/>
        </p:blipFill>
        <p:spPr>
          <a:xfrm>
            <a:off x="6801041" y="2707669"/>
            <a:ext cx="1597893" cy="1583121"/>
          </a:xfrm>
          <a:prstGeom prst="rect">
            <a:avLst/>
          </a:prstGeom>
          <a:noFill/>
          <a:ln>
            <a:noFill/>
          </a:ln>
        </p:spPr>
      </p:pic>
      <p:pic>
        <p:nvPicPr>
          <p:cNvPr id="250" name="Google Shape;250;p19"/>
          <p:cNvPicPr preferRelativeResize="0"/>
          <p:nvPr/>
        </p:nvPicPr>
        <p:blipFill rotWithShape="1">
          <a:blip r:embed="rId5">
            <a:alphaModFix/>
          </a:blip>
          <a:srcRect b="416" l="0" r="0" t="426"/>
          <a:stretch/>
        </p:blipFill>
        <p:spPr>
          <a:xfrm>
            <a:off x="3653941" y="2849489"/>
            <a:ext cx="1384159" cy="1299486"/>
          </a:xfrm>
          <a:prstGeom prst="rect">
            <a:avLst/>
          </a:prstGeom>
          <a:noFill/>
          <a:ln>
            <a:noFill/>
          </a:ln>
        </p:spPr>
      </p:pic>
      <p:pic>
        <p:nvPicPr>
          <p:cNvPr id="251" name="Google Shape;251;p19"/>
          <p:cNvPicPr preferRelativeResize="0"/>
          <p:nvPr/>
        </p:nvPicPr>
        <p:blipFill rotWithShape="1">
          <a:blip r:embed="rId6">
            <a:alphaModFix/>
          </a:blip>
          <a:srcRect b="0" l="0" r="0" t="0"/>
          <a:stretch/>
        </p:blipFill>
        <p:spPr>
          <a:xfrm>
            <a:off x="2235192" y="529899"/>
            <a:ext cx="1234945" cy="1299486"/>
          </a:xfrm>
          <a:prstGeom prst="rect">
            <a:avLst/>
          </a:prstGeom>
          <a:noFill/>
          <a:ln>
            <a:noFill/>
          </a:ln>
        </p:spPr>
      </p:pic>
      <p:pic>
        <p:nvPicPr>
          <p:cNvPr id="252" name="Google Shape;252;p19"/>
          <p:cNvPicPr preferRelativeResize="0"/>
          <p:nvPr/>
        </p:nvPicPr>
        <p:blipFill rotWithShape="1">
          <a:blip r:embed="rId7">
            <a:alphaModFix/>
          </a:blip>
          <a:srcRect b="0" l="0" r="0" t="0"/>
          <a:stretch/>
        </p:blipFill>
        <p:spPr>
          <a:xfrm>
            <a:off x="4646422" y="529899"/>
            <a:ext cx="2335786" cy="1418440"/>
          </a:xfrm>
          <a:prstGeom prst="rect">
            <a:avLst/>
          </a:prstGeom>
          <a:noFill/>
          <a:ln>
            <a:noFill/>
          </a:ln>
        </p:spPr>
      </p:pic>
      <p:sp>
        <p:nvSpPr>
          <p:cNvPr id="253" name="Google Shape;253;p19"/>
          <p:cNvSpPr txBox="1"/>
          <p:nvPr/>
        </p:nvSpPr>
        <p:spPr>
          <a:xfrm>
            <a:off x="2100281" y="2044982"/>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Phone</a:t>
            </a:r>
            <a:endParaRPr/>
          </a:p>
        </p:txBody>
      </p:sp>
      <p:sp>
        <p:nvSpPr>
          <p:cNvPr id="254" name="Google Shape;254;p19"/>
          <p:cNvSpPr txBox="1"/>
          <p:nvPr/>
        </p:nvSpPr>
        <p:spPr>
          <a:xfrm>
            <a:off x="4704949" y="2044982"/>
            <a:ext cx="2218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User Devices</a:t>
            </a:r>
            <a:endParaRPr/>
          </a:p>
        </p:txBody>
      </p:sp>
      <p:sp>
        <p:nvSpPr>
          <p:cNvPr id="255" name="Google Shape;255;p19"/>
          <p:cNvSpPr txBox="1"/>
          <p:nvPr/>
        </p:nvSpPr>
        <p:spPr>
          <a:xfrm>
            <a:off x="491801" y="4339919"/>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Firewall</a:t>
            </a:r>
            <a:endParaRPr/>
          </a:p>
        </p:txBody>
      </p:sp>
      <p:sp>
        <p:nvSpPr>
          <p:cNvPr id="256" name="Google Shape;256;p19"/>
          <p:cNvSpPr txBox="1"/>
          <p:nvPr/>
        </p:nvSpPr>
        <p:spPr>
          <a:xfrm>
            <a:off x="2849324" y="4339925"/>
            <a:ext cx="2993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Wi-Fi access point</a:t>
            </a:r>
            <a:endParaRPr/>
          </a:p>
        </p:txBody>
      </p:sp>
      <p:sp>
        <p:nvSpPr>
          <p:cNvPr id="257" name="Google Shape;257;p19"/>
          <p:cNvSpPr txBox="1"/>
          <p:nvPr/>
        </p:nvSpPr>
        <p:spPr>
          <a:xfrm>
            <a:off x="6847589" y="4339919"/>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Printer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cxnSp>
        <p:nvCxnSpPr>
          <p:cNvPr id="262" name="Google Shape;262;p20"/>
          <p:cNvCxnSpPr/>
          <p:nvPr/>
        </p:nvCxnSpPr>
        <p:spPr>
          <a:xfrm rot="10800000">
            <a:off x="7608225" y="1623938"/>
            <a:ext cx="3900" cy="781500"/>
          </a:xfrm>
          <a:prstGeom prst="straightConnector1">
            <a:avLst/>
          </a:prstGeom>
          <a:noFill/>
          <a:ln cap="flat" cmpd="sng" w="9525">
            <a:solidFill>
              <a:srgbClr val="1A1A1A"/>
            </a:solidFill>
            <a:prstDash val="solid"/>
            <a:round/>
            <a:headEnd len="med" w="med" type="none"/>
            <a:tailEnd len="med" w="med" type="none"/>
          </a:ln>
        </p:spPr>
      </p:cxnSp>
      <p:cxnSp>
        <p:nvCxnSpPr>
          <p:cNvPr id="263" name="Google Shape;263;p20"/>
          <p:cNvCxnSpPr/>
          <p:nvPr/>
        </p:nvCxnSpPr>
        <p:spPr>
          <a:xfrm rot="10800000">
            <a:off x="7731400" y="2564050"/>
            <a:ext cx="393600" cy="512100"/>
          </a:xfrm>
          <a:prstGeom prst="straightConnector1">
            <a:avLst/>
          </a:prstGeom>
          <a:noFill/>
          <a:ln cap="flat" cmpd="sng" w="9525">
            <a:solidFill>
              <a:srgbClr val="1A1A1A"/>
            </a:solidFill>
            <a:prstDash val="solid"/>
            <a:round/>
            <a:headEnd len="med" w="med" type="none"/>
            <a:tailEnd len="med" w="med" type="none"/>
          </a:ln>
        </p:spPr>
      </p:cxnSp>
      <p:cxnSp>
        <p:nvCxnSpPr>
          <p:cNvPr id="264" name="Google Shape;264;p20"/>
          <p:cNvCxnSpPr/>
          <p:nvPr/>
        </p:nvCxnSpPr>
        <p:spPr>
          <a:xfrm flipH="1" rot="10800000">
            <a:off x="7136800" y="2487350"/>
            <a:ext cx="403200" cy="599700"/>
          </a:xfrm>
          <a:prstGeom prst="straightConnector1">
            <a:avLst/>
          </a:prstGeom>
          <a:noFill/>
          <a:ln cap="flat" cmpd="sng" w="9525">
            <a:solidFill>
              <a:srgbClr val="1A1A1A"/>
            </a:solidFill>
            <a:prstDash val="solid"/>
            <a:round/>
            <a:headEnd len="med" w="med" type="none"/>
            <a:tailEnd len="med" w="med" type="none"/>
          </a:ln>
        </p:spPr>
      </p:cxnSp>
      <p:cxnSp>
        <p:nvCxnSpPr>
          <p:cNvPr id="265" name="Google Shape;265;p20"/>
          <p:cNvCxnSpPr/>
          <p:nvPr/>
        </p:nvCxnSpPr>
        <p:spPr>
          <a:xfrm>
            <a:off x="6864363" y="2414700"/>
            <a:ext cx="1491600" cy="0"/>
          </a:xfrm>
          <a:prstGeom prst="straightConnector1">
            <a:avLst/>
          </a:prstGeom>
          <a:noFill/>
          <a:ln cap="flat" cmpd="sng" w="9525">
            <a:solidFill>
              <a:srgbClr val="1A1A1A"/>
            </a:solidFill>
            <a:prstDash val="solid"/>
            <a:round/>
            <a:headEnd len="med" w="med" type="none"/>
            <a:tailEnd len="med" w="med" type="none"/>
          </a:ln>
        </p:spPr>
      </p:cxnSp>
      <p:sp>
        <p:nvSpPr>
          <p:cNvPr id="266" name="Google Shape;266;p20"/>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Topologies</a:t>
            </a:r>
            <a:endParaRPr>
              <a:solidFill>
                <a:schemeClr val="accent2"/>
              </a:solidFill>
              <a:latin typeface="Inter ExtraBold"/>
              <a:ea typeface="Inter ExtraBold"/>
              <a:cs typeface="Inter ExtraBold"/>
              <a:sym typeface="Inter ExtraBold"/>
            </a:endParaRPr>
          </a:p>
        </p:txBody>
      </p:sp>
      <p:sp>
        <p:nvSpPr>
          <p:cNvPr id="267" name="Google Shape;267;p20"/>
          <p:cNvSpPr/>
          <p:nvPr/>
        </p:nvSpPr>
        <p:spPr>
          <a:xfrm>
            <a:off x="469150" y="1527375"/>
            <a:ext cx="2000100" cy="2000100"/>
          </a:xfrm>
          <a:prstGeom prst="ellipse">
            <a:avLst/>
          </a:prstGeom>
          <a:noFill/>
          <a:ln cap="flat" cmpd="sng" w="9525">
            <a:solidFill>
              <a:srgbClr val="1A1A1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268" name="Google Shape;268;p20"/>
          <p:cNvPicPr preferRelativeResize="0"/>
          <p:nvPr/>
        </p:nvPicPr>
        <p:blipFill>
          <a:blip r:embed="rId3">
            <a:alphaModFix/>
          </a:blip>
          <a:stretch>
            <a:fillRect/>
          </a:stretch>
        </p:blipFill>
        <p:spPr>
          <a:xfrm>
            <a:off x="575813" y="1451175"/>
            <a:ext cx="715750" cy="447925"/>
          </a:xfrm>
          <a:prstGeom prst="rect">
            <a:avLst/>
          </a:prstGeom>
          <a:noFill/>
          <a:ln>
            <a:noFill/>
          </a:ln>
        </p:spPr>
      </p:pic>
      <p:grpSp>
        <p:nvGrpSpPr>
          <p:cNvPr id="269" name="Google Shape;269;p20"/>
          <p:cNvGrpSpPr/>
          <p:nvPr/>
        </p:nvGrpSpPr>
        <p:grpSpPr>
          <a:xfrm>
            <a:off x="3374063" y="1999575"/>
            <a:ext cx="2340000" cy="824400"/>
            <a:chOff x="3292825" y="1599775"/>
            <a:chExt cx="2340000" cy="824400"/>
          </a:xfrm>
        </p:grpSpPr>
        <p:cxnSp>
          <p:nvCxnSpPr>
            <p:cNvPr id="270" name="Google Shape;270;p20"/>
            <p:cNvCxnSpPr/>
            <p:nvPr/>
          </p:nvCxnSpPr>
          <p:spPr>
            <a:xfrm>
              <a:off x="3292825" y="2011975"/>
              <a:ext cx="2340000" cy="0"/>
            </a:xfrm>
            <a:prstGeom prst="straightConnector1">
              <a:avLst/>
            </a:prstGeom>
            <a:noFill/>
            <a:ln cap="flat" cmpd="sng" w="9525">
              <a:solidFill>
                <a:srgbClr val="1A1A1A"/>
              </a:solidFill>
              <a:prstDash val="solid"/>
              <a:round/>
              <a:headEnd len="med" w="med" type="none"/>
              <a:tailEnd len="med" w="med" type="none"/>
            </a:ln>
          </p:spPr>
        </p:cxnSp>
        <p:cxnSp>
          <p:nvCxnSpPr>
            <p:cNvPr id="271" name="Google Shape;271;p20"/>
            <p:cNvCxnSpPr/>
            <p:nvPr/>
          </p:nvCxnSpPr>
          <p:spPr>
            <a:xfrm rot="10800000">
              <a:off x="3731975" y="15997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272" name="Google Shape;272;p20"/>
            <p:cNvCxnSpPr/>
            <p:nvPr/>
          </p:nvCxnSpPr>
          <p:spPr>
            <a:xfrm rot="10800000">
              <a:off x="4217375" y="20119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273" name="Google Shape;273;p20"/>
            <p:cNvCxnSpPr/>
            <p:nvPr/>
          </p:nvCxnSpPr>
          <p:spPr>
            <a:xfrm rot="10800000">
              <a:off x="4711950" y="1599775"/>
              <a:ext cx="0" cy="412200"/>
            </a:xfrm>
            <a:prstGeom prst="straightConnector1">
              <a:avLst/>
            </a:prstGeom>
            <a:noFill/>
            <a:ln cap="flat" cmpd="sng" w="9525">
              <a:solidFill>
                <a:srgbClr val="1A1A1A"/>
              </a:solidFill>
              <a:prstDash val="solid"/>
              <a:round/>
              <a:headEnd len="med" w="med" type="none"/>
              <a:tailEnd len="med" w="med" type="none"/>
            </a:ln>
          </p:spPr>
        </p:cxnSp>
        <p:cxnSp>
          <p:nvCxnSpPr>
            <p:cNvPr id="274" name="Google Shape;274;p20"/>
            <p:cNvCxnSpPr/>
            <p:nvPr/>
          </p:nvCxnSpPr>
          <p:spPr>
            <a:xfrm rot="10800000">
              <a:off x="5243675" y="2011975"/>
              <a:ext cx="0" cy="412200"/>
            </a:xfrm>
            <a:prstGeom prst="straightConnector1">
              <a:avLst/>
            </a:prstGeom>
            <a:noFill/>
            <a:ln cap="flat" cmpd="sng" w="9525">
              <a:solidFill>
                <a:srgbClr val="1A1A1A"/>
              </a:solidFill>
              <a:prstDash val="solid"/>
              <a:round/>
              <a:headEnd len="med" w="med" type="none"/>
              <a:tailEnd len="med" w="med" type="none"/>
            </a:ln>
          </p:spPr>
        </p:cxnSp>
      </p:grpSp>
      <p:pic>
        <p:nvPicPr>
          <p:cNvPr id="275" name="Google Shape;275;p20"/>
          <p:cNvPicPr preferRelativeResize="0"/>
          <p:nvPr/>
        </p:nvPicPr>
        <p:blipFill>
          <a:blip r:embed="rId3">
            <a:alphaModFix/>
          </a:blip>
          <a:stretch>
            <a:fillRect/>
          </a:stretch>
        </p:blipFill>
        <p:spPr>
          <a:xfrm>
            <a:off x="1646838" y="1451175"/>
            <a:ext cx="715750" cy="447925"/>
          </a:xfrm>
          <a:prstGeom prst="rect">
            <a:avLst/>
          </a:prstGeom>
          <a:noFill/>
          <a:ln>
            <a:noFill/>
          </a:ln>
        </p:spPr>
      </p:pic>
      <p:pic>
        <p:nvPicPr>
          <p:cNvPr id="276" name="Google Shape;276;p20"/>
          <p:cNvPicPr preferRelativeResize="0"/>
          <p:nvPr/>
        </p:nvPicPr>
        <p:blipFill>
          <a:blip r:embed="rId3">
            <a:alphaModFix/>
          </a:blip>
          <a:stretch>
            <a:fillRect/>
          </a:stretch>
        </p:blipFill>
        <p:spPr>
          <a:xfrm>
            <a:off x="200663" y="2187813"/>
            <a:ext cx="715750" cy="447925"/>
          </a:xfrm>
          <a:prstGeom prst="rect">
            <a:avLst/>
          </a:prstGeom>
          <a:noFill/>
          <a:ln>
            <a:noFill/>
          </a:ln>
        </p:spPr>
      </p:pic>
      <p:pic>
        <p:nvPicPr>
          <p:cNvPr id="277" name="Google Shape;277;p20"/>
          <p:cNvPicPr preferRelativeResize="0"/>
          <p:nvPr/>
        </p:nvPicPr>
        <p:blipFill>
          <a:blip r:embed="rId3">
            <a:alphaModFix/>
          </a:blip>
          <a:stretch>
            <a:fillRect/>
          </a:stretch>
        </p:blipFill>
        <p:spPr>
          <a:xfrm>
            <a:off x="2056638" y="2187813"/>
            <a:ext cx="715750" cy="447925"/>
          </a:xfrm>
          <a:prstGeom prst="rect">
            <a:avLst/>
          </a:prstGeom>
          <a:noFill/>
          <a:ln>
            <a:noFill/>
          </a:ln>
        </p:spPr>
      </p:pic>
      <p:pic>
        <p:nvPicPr>
          <p:cNvPr id="278" name="Google Shape;278;p20"/>
          <p:cNvPicPr preferRelativeResize="0"/>
          <p:nvPr/>
        </p:nvPicPr>
        <p:blipFill>
          <a:blip r:embed="rId3">
            <a:alphaModFix/>
          </a:blip>
          <a:stretch>
            <a:fillRect/>
          </a:stretch>
        </p:blipFill>
        <p:spPr>
          <a:xfrm>
            <a:off x="575813" y="2924475"/>
            <a:ext cx="715750" cy="447925"/>
          </a:xfrm>
          <a:prstGeom prst="rect">
            <a:avLst/>
          </a:prstGeom>
          <a:noFill/>
          <a:ln>
            <a:noFill/>
          </a:ln>
        </p:spPr>
      </p:pic>
      <p:pic>
        <p:nvPicPr>
          <p:cNvPr id="279" name="Google Shape;279;p20"/>
          <p:cNvPicPr preferRelativeResize="0"/>
          <p:nvPr/>
        </p:nvPicPr>
        <p:blipFill>
          <a:blip r:embed="rId3">
            <a:alphaModFix/>
          </a:blip>
          <a:stretch>
            <a:fillRect/>
          </a:stretch>
        </p:blipFill>
        <p:spPr>
          <a:xfrm>
            <a:off x="1646838" y="2924475"/>
            <a:ext cx="715750" cy="447925"/>
          </a:xfrm>
          <a:prstGeom prst="rect">
            <a:avLst/>
          </a:prstGeom>
          <a:noFill/>
          <a:ln>
            <a:noFill/>
          </a:ln>
        </p:spPr>
      </p:pic>
      <p:pic>
        <p:nvPicPr>
          <p:cNvPr id="280" name="Google Shape;280;p20"/>
          <p:cNvPicPr preferRelativeResize="0"/>
          <p:nvPr/>
        </p:nvPicPr>
        <p:blipFill>
          <a:blip r:embed="rId3">
            <a:alphaModFix/>
          </a:blip>
          <a:stretch>
            <a:fillRect/>
          </a:stretch>
        </p:blipFill>
        <p:spPr>
          <a:xfrm>
            <a:off x="3455338" y="1623937"/>
            <a:ext cx="715750" cy="447925"/>
          </a:xfrm>
          <a:prstGeom prst="rect">
            <a:avLst/>
          </a:prstGeom>
          <a:noFill/>
          <a:ln>
            <a:noFill/>
          </a:ln>
        </p:spPr>
      </p:pic>
      <p:pic>
        <p:nvPicPr>
          <p:cNvPr id="281" name="Google Shape;281;p20"/>
          <p:cNvPicPr preferRelativeResize="0"/>
          <p:nvPr/>
        </p:nvPicPr>
        <p:blipFill>
          <a:blip r:embed="rId3">
            <a:alphaModFix/>
          </a:blip>
          <a:stretch>
            <a:fillRect/>
          </a:stretch>
        </p:blipFill>
        <p:spPr>
          <a:xfrm>
            <a:off x="3940738" y="2690738"/>
            <a:ext cx="715750" cy="447925"/>
          </a:xfrm>
          <a:prstGeom prst="rect">
            <a:avLst/>
          </a:prstGeom>
          <a:noFill/>
          <a:ln>
            <a:noFill/>
          </a:ln>
        </p:spPr>
      </p:pic>
      <p:pic>
        <p:nvPicPr>
          <p:cNvPr id="282" name="Google Shape;282;p20"/>
          <p:cNvPicPr preferRelativeResize="0"/>
          <p:nvPr/>
        </p:nvPicPr>
        <p:blipFill>
          <a:blip r:embed="rId3">
            <a:alphaModFix/>
          </a:blip>
          <a:stretch>
            <a:fillRect/>
          </a:stretch>
        </p:blipFill>
        <p:spPr>
          <a:xfrm>
            <a:off x="4435313" y="1623937"/>
            <a:ext cx="715750" cy="447925"/>
          </a:xfrm>
          <a:prstGeom prst="rect">
            <a:avLst/>
          </a:prstGeom>
          <a:noFill/>
          <a:ln>
            <a:noFill/>
          </a:ln>
        </p:spPr>
      </p:pic>
      <p:pic>
        <p:nvPicPr>
          <p:cNvPr id="283" name="Google Shape;283;p20"/>
          <p:cNvPicPr preferRelativeResize="0"/>
          <p:nvPr/>
        </p:nvPicPr>
        <p:blipFill>
          <a:blip r:embed="rId3">
            <a:alphaModFix/>
          </a:blip>
          <a:stretch>
            <a:fillRect/>
          </a:stretch>
        </p:blipFill>
        <p:spPr>
          <a:xfrm>
            <a:off x="4967038" y="2690738"/>
            <a:ext cx="715750" cy="447925"/>
          </a:xfrm>
          <a:prstGeom prst="rect">
            <a:avLst/>
          </a:prstGeom>
          <a:noFill/>
          <a:ln>
            <a:noFill/>
          </a:ln>
        </p:spPr>
      </p:pic>
      <p:pic>
        <p:nvPicPr>
          <p:cNvPr id="284" name="Google Shape;284;p20"/>
          <p:cNvPicPr preferRelativeResize="0"/>
          <p:nvPr/>
        </p:nvPicPr>
        <p:blipFill>
          <a:blip r:embed="rId3">
            <a:alphaModFix/>
          </a:blip>
          <a:stretch>
            <a:fillRect/>
          </a:stretch>
        </p:blipFill>
        <p:spPr>
          <a:xfrm>
            <a:off x="7252288" y="1395663"/>
            <a:ext cx="715750" cy="447925"/>
          </a:xfrm>
          <a:prstGeom prst="rect">
            <a:avLst/>
          </a:prstGeom>
          <a:noFill/>
          <a:ln>
            <a:noFill/>
          </a:ln>
        </p:spPr>
      </p:pic>
      <p:pic>
        <p:nvPicPr>
          <p:cNvPr id="285" name="Google Shape;285;p20"/>
          <p:cNvPicPr preferRelativeResize="0"/>
          <p:nvPr/>
        </p:nvPicPr>
        <p:blipFill>
          <a:blip r:embed="rId3">
            <a:alphaModFix/>
          </a:blip>
          <a:stretch>
            <a:fillRect/>
          </a:stretch>
        </p:blipFill>
        <p:spPr>
          <a:xfrm>
            <a:off x="6379588" y="2116125"/>
            <a:ext cx="715750" cy="447925"/>
          </a:xfrm>
          <a:prstGeom prst="rect">
            <a:avLst/>
          </a:prstGeom>
          <a:noFill/>
          <a:ln>
            <a:noFill/>
          </a:ln>
        </p:spPr>
      </p:pic>
      <p:pic>
        <p:nvPicPr>
          <p:cNvPr id="286" name="Google Shape;286;p20"/>
          <p:cNvPicPr preferRelativeResize="0"/>
          <p:nvPr/>
        </p:nvPicPr>
        <p:blipFill>
          <a:blip r:embed="rId3">
            <a:alphaModFix/>
          </a:blip>
          <a:stretch>
            <a:fillRect/>
          </a:stretch>
        </p:blipFill>
        <p:spPr>
          <a:xfrm>
            <a:off x="8124988" y="2116125"/>
            <a:ext cx="715750" cy="447925"/>
          </a:xfrm>
          <a:prstGeom prst="rect">
            <a:avLst/>
          </a:prstGeom>
          <a:noFill/>
          <a:ln>
            <a:noFill/>
          </a:ln>
        </p:spPr>
      </p:pic>
      <p:pic>
        <p:nvPicPr>
          <p:cNvPr id="287" name="Google Shape;287;p20"/>
          <p:cNvPicPr preferRelativeResize="0"/>
          <p:nvPr/>
        </p:nvPicPr>
        <p:blipFill>
          <a:blip r:embed="rId3">
            <a:alphaModFix/>
          </a:blip>
          <a:stretch>
            <a:fillRect/>
          </a:stretch>
        </p:blipFill>
        <p:spPr>
          <a:xfrm>
            <a:off x="6725550" y="3003350"/>
            <a:ext cx="715750" cy="447925"/>
          </a:xfrm>
          <a:prstGeom prst="rect">
            <a:avLst/>
          </a:prstGeom>
          <a:noFill/>
          <a:ln>
            <a:noFill/>
          </a:ln>
        </p:spPr>
      </p:pic>
      <p:pic>
        <p:nvPicPr>
          <p:cNvPr id="288" name="Google Shape;288;p20"/>
          <p:cNvPicPr preferRelativeResize="0"/>
          <p:nvPr/>
        </p:nvPicPr>
        <p:blipFill>
          <a:blip r:embed="rId3">
            <a:alphaModFix/>
          </a:blip>
          <a:stretch>
            <a:fillRect/>
          </a:stretch>
        </p:blipFill>
        <p:spPr>
          <a:xfrm>
            <a:off x="7779025" y="3003350"/>
            <a:ext cx="715750" cy="447925"/>
          </a:xfrm>
          <a:prstGeom prst="rect">
            <a:avLst/>
          </a:prstGeom>
          <a:noFill/>
          <a:ln>
            <a:noFill/>
          </a:ln>
        </p:spPr>
      </p:pic>
      <p:pic>
        <p:nvPicPr>
          <p:cNvPr id="289" name="Google Shape;289;p20"/>
          <p:cNvPicPr preferRelativeResize="0"/>
          <p:nvPr/>
        </p:nvPicPr>
        <p:blipFill rotWithShape="1">
          <a:blip r:embed="rId4">
            <a:alphaModFix/>
          </a:blip>
          <a:srcRect b="0" l="0" r="0" t="0"/>
          <a:stretch/>
        </p:blipFill>
        <p:spPr>
          <a:xfrm>
            <a:off x="7320075" y="2121713"/>
            <a:ext cx="580175" cy="580150"/>
          </a:xfrm>
          <a:prstGeom prst="rect">
            <a:avLst/>
          </a:prstGeom>
          <a:noFill/>
          <a:ln>
            <a:noFill/>
          </a:ln>
        </p:spPr>
      </p:pic>
      <p:sp>
        <p:nvSpPr>
          <p:cNvPr id="290" name="Google Shape;290;p20"/>
          <p:cNvSpPr txBox="1"/>
          <p:nvPr/>
        </p:nvSpPr>
        <p:spPr>
          <a:xfrm>
            <a:off x="373897"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Ring topology</a:t>
            </a:r>
            <a:endParaRPr/>
          </a:p>
        </p:txBody>
      </p:sp>
      <p:sp>
        <p:nvSpPr>
          <p:cNvPr id="291" name="Google Shape;291;p20"/>
          <p:cNvSpPr txBox="1"/>
          <p:nvPr/>
        </p:nvSpPr>
        <p:spPr>
          <a:xfrm>
            <a:off x="3448772"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Bus</a:t>
            </a:r>
            <a:r>
              <a:rPr lang="en" sz="2000">
                <a:solidFill>
                  <a:srgbClr val="1A1A1A"/>
                </a:solidFill>
                <a:latin typeface="Inter"/>
                <a:ea typeface="Inter"/>
                <a:cs typeface="Inter"/>
                <a:sym typeface="Inter"/>
              </a:rPr>
              <a:t> topology</a:t>
            </a:r>
            <a:endParaRPr/>
          </a:p>
        </p:txBody>
      </p:sp>
      <p:sp>
        <p:nvSpPr>
          <p:cNvPr id="292" name="Google Shape;292;p20"/>
          <p:cNvSpPr txBox="1"/>
          <p:nvPr/>
        </p:nvSpPr>
        <p:spPr>
          <a:xfrm>
            <a:off x="6523647" y="3844150"/>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Star</a:t>
            </a:r>
            <a:r>
              <a:rPr lang="en" sz="2000">
                <a:solidFill>
                  <a:srgbClr val="1A1A1A"/>
                </a:solidFill>
                <a:latin typeface="Inter"/>
                <a:ea typeface="Inter"/>
                <a:cs typeface="Inter"/>
                <a:sym typeface="Inter"/>
              </a:rPr>
              <a:t> topology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1"/>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Topologies</a:t>
            </a:r>
            <a:endParaRPr>
              <a:solidFill>
                <a:schemeClr val="accent2"/>
              </a:solidFill>
              <a:latin typeface="Inter ExtraBold"/>
              <a:ea typeface="Inter ExtraBold"/>
              <a:cs typeface="Inter ExtraBold"/>
              <a:sym typeface="Inter ExtraBold"/>
            </a:endParaRPr>
          </a:p>
        </p:txBody>
      </p:sp>
      <p:pic>
        <p:nvPicPr>
          <p:cNvPr id="298" name="Google Shape;298;p21"/>
          <p:cNvPicPr preferRelativeResize="0"/>
          <p:nvPr/>
        </p:nvPicPr>
        <p:blipFill>
          <a:blip r:embed="rId3">
            <a:alphaModFix/>
          </a:blip>
          <a:stretch>
            <a:fillRect/>
          </a:stretch>
        </p:blipFill>
        <p:spPr>
          <a:xfrm>
            <a:off x="302813" y="2460700"/>
            <a:ext cx="715750" cy="447925"/>
          </a:xfrm>
          <a:prstGeom prst="rect">
            <a:avLst/>
          </a:prstGeom>
          <a:noFill/>
          <a:ln>
            <a:noFill/>
          </a:ln>
        </p:spPr>
      </p:pic>
      <p:sp>
        <p:nvSpPr>
          <p:cNvPr id="299" name="Google Shape;299;p21"/>
          <p:cNvSpPr txBox="1"/>
          <p:nvPr/>
        </p:nvSpPr>
        <p:spPr>
          <a:xfrm>
            <a:off x="697585" y="3843213"/>
            <a:ext cx="2190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Mesh</a:t>
            </a:r>
            <a:r>
              <a:rPr lang="en" sz="2000">
                <a:solidFill>
                  <a:srgbClr val="1A1A1A"/>
                </a:solidFill>
                <a:latin typeface="Inter"/>
                <a:ea typeface="Inter"/>
                <a:cs typeface="Inter"/>
                <a:sym typeface="Inter"/>
              </a:rPr>
              <a:t> topology</a:t>
            </a:r>
            <a:endParaRPr/>
          </a:p>
        </p:txBody>
      </p:sp>
      <p:sp>
        <p:nvSpPr>
          <p:cNvPr id="300" name="Google Shape;300;p21"/>
          <p:cNvSpPr txBox="1"/>
          <p:nvPr/>
        </p:nvSpPr>
        <p:spPr>
          <a:xfrm>
            <a:off x="4473075" y="3961000"/>
            <a:ext cx="32616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Hub-and-Spoke</a:t>
            </a:r>
            <a:r>
              <a:rPr lang="en" sz="2000">
                <a:solidFill>
                  <a:srgbClr val="1A1A1A"/>
                </a:solidFill>
                <a:latin typeface="Inter"/>
                <a:ea typeface="Inter"/>
                <a:cs typeface="Inter"/>
                <a:sym typeface="Inter"/>
              </a:rPr>
              <a:t> topology</a:t>
            </a:r>
            <a:endParaRPr/>
          </a:p>
        </p:txBody>
      </p:sp>
      <p:pic>
        <p:nvPicPr>
          <p:cNvPr id="301" name="Google Shape;301;p21"/>
          <p:cNvPicPr preferRelativeResize="0"/>
          <p:nvPr/>
        </p:nvPicPr>
        <p:blipFill>
          <a:blip r:embed="rId3">
            <a:alphaModFix/>
          </a:blip>
          <a:stretch>
            <a:fillRect/>
          </a:stretch>
        </p:blipFill>
        <p:spPr>
          <a:xfrm>
            <a:off x="302813" y="1508575"/>
            <a:ext cx="715750" cy="447925"/>
          </a:xfrm>
          <a:prstGeom prst="rect">
            <a:avLst/>
          </a:prstGeom>
          <a:noFill/>
          <a:ln>
            <a:noFill/>
          </a:ln>
        </p:spPr>
      </p:pic>
      <p:pic>
        <p:nvPicPr>
          <p:cNvPr id="302" name="Google Shape;302;p21"/>
          <p:cNvPicPr preferRelativeResize="0"/>
          <p:nvPr/>
        </p:nvPicPr>
        <p:blipFill>
          <a:blip r:embed="rId3">
            <a:alphaModFix/>
          </a:blip>
          <a:stretch>
            <a:fillRect/>
          </a:stretch>
        </p:blipFill>
        <p:spPr>
          <a:xfrm>
            <a:off x="1435012" y="996775"/>
            <a:ext cx="715750" cy="447925"/>
          </a:xfrm>
          <a:prstGeom prst="rect">
            <a:avLst/>
          </a:prstGeom>
          <a:noFill/>
          <a:ln>
            <a:noFill/>
          </a:ln>
        </p:spPr>
      </p:pic>
      <p:pic>
        <p:nvPicPr>
          <p:cNvPr id="303" name="Google Shape;303;p21"/>
          <p:cNvPicPr preferRelativeResize="0"/>
          <p:nvPr/>
        </p:nvPicPr>
        <p:blipFill>
          <a:blip r:embed="rId3">
            <a:alphaModFix/>
          </a:blip>
          <a:stretch>
            <a:fillRect/>
          </a:stretch>
        </p:blipFill>
        <p:spPr>
          <a:xfrm>
            <a:off x="2567213" y="2460700"/>
            <a:ext cx="715750" cy="447925"/>
          </a:xfrm>
          <a:prstGeom prst="rect">
            <a:avLst/>
          </a:prstGeom>
          <a:noFill/>
          <a:ln>
            <a:noFill/>
          </a:ln>
        </p:spPr>
      </p:pic>
      <p:pic>
        <p:nvPicPr>
          <p:cNvPr id="304" name="Google Shape;304;p21"/>
          <p:cNvPicPr preferRelativeResize="0"/>
          <p:nvPr/>
        </p:nvPicPr>
        <p:blipFill>
          <a:blip r:embed="rId3">
            <a:alphaModFix/>
          </a:blip>
          <a:stretch>
            <a:fillRect/>
          </a:stretch>
        </p:blipFill>
        <p:spPr>
          <a:xfrm>
            <a:off x="2567213" y="1508575"/>
            <a:ext cx="715750" cy="447925"/>
          </a:xfrm>
          <a:prstGeom prst="rect">
            <a:avLst/>
          </a:prstGeom>
          <a:noFill/>
          <a:ln>
            <a:noFill/>
          </a:ln>
        </p:spPr>
      </p:pic>
      <p:pic>
        <p:nvPicPr>
          <p:cNvPr id="305" name="Google Shape;305;p21"/>
          <p:cNvPicPr preferRelativeResize="0"/>
          <p:nvPr/>
        </p:nvPicPr>
        <p:blipFill>
          <a:blip r:embed="rId3">
            <a:alphaModFix/>
          </a:blip>
          <a:stretch>
            <a:fillRect/>
          </a:stretch>
        </p:blipFill>
        <p:spPr>
          <a:xfrm>
            <a:off x="1435012" y="3116250"/>
            <a:ext cx="715750" cy="447925"/>
          </a:xfrm>
          <a:prstGeom prst="rect">
            <a:avLst/>
          </a:prstGeom>
          <a:noFill/>
          <a:ln>
            <a:noFill/>
          </a:ln>
        </p:spPr>
      </p:pic>
      <p:cxnSp>
        <p:nvCxnSpPr>
          <p:cNvPr id="306" name="Google Shape;306;p21"/>
          <p:cNvCxnSpPr/>
          <p:nvPr/>
        </p:nvCxnSpPr>
        <p:spPr>
          <a:xfrm>
            <a:off x="1792887" y="1474375"/>
            <a:ext cx="0" cy="1612200"/>
          </a:xfrm>
          <a:prstGeom prst="straightConnector1">
            <a:avLst/>
          </a:prstGeom>
          <a:noFill/>
          <a:ln cap="flat" cmpd="sng" w="9525">
            <a:solidFill>
              <a:schemeClr val="dk1"/>
            </a:solidFill>
            <a:prstDash val="solid"/>
            <a:round/>
            <a:headEnd len="med" w="med" type="none"/>
            <a:tailEnd len="med" w="med" type="none"/>
          </a:ln>
        </p:spPr>
      </p:cxnSp>
      <p:cxnSp>
        <p:nvCxnSpPr>
          <p:cNvPr id="307" name="Google Shape;307;p21"/>
          <p:cNvCxnSpPr>
            <a:stCxn id="301" idx="3"/>
            <a:endCxn id="303" idx="1"/>
          </p:cNvCxnSpPr>
          <p:nvPr/>
        </p:nvCxnSpPr>
        <p:spPr>
          <a:xfrm>
            <a:off x="1018562" y="1732538"/>
            <a:ext cx="1548600" cy="952200"/>
          </a:xfrm>
          <a:prstGeom prst="straightConnector1">
            <a:avLst/>
          </a:prstGeom>
          <a:noFill/>
          <a:ln cap="flat" cmpd="sng" w="9525">
            <a:solidFill>
              <a:schemeClr val="dk1"/>
            </a:solidFill>
            <a:prstDash val="solid"/>
            <a:round/>
            <a:headEnd len="med" w="med" type="none"/>
            <a:tailEnd len="med" w="med" type="none"/>
          </a:ln>
        </p:spPr>
      </p:cxnSp>
      <p:cxnSp>
        <p:nvCxnSpPr>
          <p:cNvPr id="308" name="Google Shape;308;p21"/>
          <p:cNvCxnSpPr>
            <a:stCxn id="298" idx="3"/>
            <a:endCxn id="304" idx="1"/>
          </p:cNvCxnSpPr>
          <p:nvPr/>
        </p:nvCxnSpPr>
        <p:spPr>
          <a:xfrm flipH="1" rot="10800000">
            <a:off x="1018562" y="1732463"/>
            <a:ext cx="1548600" cy="952200"/>
          </a:xfrm>
          <a:prstGeom prst="straightConnector1">
            <a:avLst/>
          </a:prstGeom>
          <a:noFill/>
          <a:ln cap="flat" cmpd="sng" w="9525">
            <a:solidFill>
              <a:schemeClr val="dk1"/>
            </a:solidFill>
            <a:prstDash val="solid"/>
            <a:round/>
            <a:headEnd len="med" w="med" type="none"/>
            <a:tailEnd len="med" w="med" type="none"/>
          </a:ln>
        </p:spPr>
      </p:cxnSp>
      <p:cxnSp>
        <p:nvCxnSpPr>
          <p:cNvPr id="309" name="Google Shape;309;p21"/>
          <p:cNvCxnSpPr>
            <a:endCxn id="302" idx="1"/>
          </p:cNvCxnSpPr>
          <p:nvPr/>
        </p:nvCxnSpPr>
        <p:spPr>
          <a:xfrm flipH="1" rot="10800000">
            <a:off x="742313" y="12207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310" name="Google Shape;310;p21"/>
          <p:cNvCxnSpPr/>
          <p:nvPr/>
        </p:nvCxnSpPr>
        <p:spPr>
          <a:xfrm rot="10800000">
            <a:off x="2150713" y="12207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311" name="Google Shape;311;p21"/>
          <p:cNvCxnSpPr/>
          <p:nvPr/>
        </p:nvCxnSpPr>
        <p:spPr>
          <a:xfrm>
            <a:off x="742313" y="29550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312" name="Google Shape;312;p21"/>
          <p:cNvCxnSpPr/>
          <p:nvPr/>
        </p:nvCxnSpPr>
        <p:spPr>
          <a:xfrm flipH="1">
            <a:off x="2150713" y="2955038"/>
            <a:ext cx="692700" cy="241500"/>
          </a:xfrm>
          <a:prstGeom prst="straightConnector1">
            <a:avLst/>
          </a:prstGeom>
          <a:noFill/>
          <a:ln cap="flat" cmpd="sng" w="9525">
            <a:solidFill>
              <a:schemeClr val="dk1"/>
            </a:solidFill>
            <a:prstDash val="solid"/>
            <a:round/>
            <a:headEnd len="med" w="med" type="none"/>
            <a:tailEnd len="med" w="med" type="none"/>
          </a:ln>
        </p:spPr>
      </p:cxnSp>
      <p:cxnSp>
        <p:nvCxnSpPr>
          <p:cNvPr id="313" name="Google Shape;313;p21"/>
          <p:cNvCxnSpPr/>
          <p:nvPr/>
        </p:nvCxnSpPr>
        <p:spPr>
          <a:xfrm>
            <a:off x="660675" y="1984650"/>
            <a:ext cx="0" cy="447900"/>
          </a:xfrm>
          <a:prstGeom prst="straightConnector1">
            <a:avLst/>
          </a:prstGeom>
          <a:noFill/>
          <a:ln cap="flat" cmpd="sng" w="9525">
            <a:solidFill>
              <a:schemeClr val="dk1"/>
            </a:solidFill>
            <a:prstDash val="solid"/>
            <a:round/>
            <a:headEnd len="med" w="med" type="none"/>
            <a:tailEnd len="med" w="med" type="none"/>
          </a:ln>
        </p:spPr>
      </p:cxnSp>
      <p:cxnSp>
        <p:nvCxnSpPr>
          <p:cNvPr id="314" name="Google Shape;314;p21"/>
          <p:cNvCxnSpPr/>
          <p:nvPr/>
        </p:nvCxnSpPr>
        <p:spPr>
          <a:xfrm>
            <a:off x="2925100" y="1984650"/>
            <a:ext cx="0" cy="447900"/>
          </a:xfrm>
          <a:prstGeom prst="straightConnector1">
            <a:avLst/>
          </a:prstGeom>
          <a:noFill/>
          <a:ln cap="flat" cmpd="sng" w="9525">
            <a:solidFill>
              <a:schemeClr val="dk1"/>
            </a:solidFill>
            <a:prstDash val="solid"/>
            <a:round/>
            <a:headEnd len="med" w="med" type="none"/>
            <a:tailEnd len="med" w="med" type="none"/>
          </a:ln>
        </p:spPr>
      </p:cxnSp>
      <p:cxnSp>
        <p:nvCxnSpPr>
          <p:cNvPr id="315" name="Google Shape;315;p21"/>
          <p:cNvCxnSpPr/>
          <p:nvPr/>
        </p:nvCxnSpPr>
        <p:spPr>
          <a:xfrm>
            <a:off x="1018613" y="1643138"/>
            <a:ext cx="1556100" cy="0"/>
          </a:xfrm>
          <a:prstGeom prst="straightConnector1">
            <a:avLst/>
          </a:prstGeom>
          <a:noFill/>
          <a:ln cap="flat" cmpd="sng" w="9525">
            <a:solidFill>
              <a:schemeClr val="dk1"/>
            </a:solidFill>
            <a:prstDash val="solid"/>
            <a:round/>
            <a:headEnd len="med" w="med" type="none"/>
            <a:tailEnd len="med" w="med" type="none"/>
          </a:ln>
        </p:spPr>
      </p:cxnSp>
      <p:cxnSp>
        <p:nvCxnSpPr>
          <p:cNvPr id="316" name="Google Shape;316;p21"/>
          <p:cNvCxnSpPr/>
          <p:nvPr/>
        </p:nvCxnSpPr>
        <p:spPr>
          <a:xfrm>
            <a:off x="1018613" y="2740563"/>
            <a:ext cx="1556100" cy="0"/>
          </a:xfrm>
          <a:prstGeom prst="straightConnector1">
            <a:avLst/>
          </a:prstGeom>
          <a:noFill/>
          <a:ln cap="flat" cmpd="sng" w="9525">
            <a:solidFill>
              <a:schemeClr val="dk1"/>
            </a:solidFill>
            <a:prstDash val="solid"/>
            <a:round/>
            <a:headEnd len="med" w="med" type="none"/>
            <a:tailEnd len="med" w="med" type="none"/>
          </a:ln>
        </p:spPr>
      </p:cxnSp>
      <p:cxnSp>
        <p:nvCxnSpPr>
          <p:cNvPr id="317" name="Google Shape;317;p21"/>
          <p:cNvCxnSpPr/>
          <p:nvPr/>
        </p:nvCxnSpPr>
        <p:spPr>
          <a:xfrm>
            <a:off x="1018600" y="1822988"/>
            <a:ext cx="694200" cy="1260000"/>
          </a:xfrm>
          <a:prstGeom prst="straightConnector1">
            <a:avLst/>
          </a:prstGeom>
          <a:noFill/>
          <a:ln cap="flat" cmpd="sng" w="9525">
            <a:solidFill>
              <a:schemeClr val="dk1"/>
            </a:solidFill>
            <a:prstDash val="solid"/>
            <a:round/>
            <a:headEnd len="med" w="med" type="none"/>
            <a:tailEnd len="med" w="med" type="none"/>
          </a:ln>
        </p:spPr>
      </p:cxnSp>
      <p:cxnSp>
        <p:nvCxnSpPr>
          <p:cNvPr id="318" name="Google Shape;318;p21"/>
          <p:cNvCxnSpPr/>
          <p:nvPr/>
        </p:nvCxnSpPr>
        <p:spPr>
          <a:xfrm flipH="1">
            <a:off x="1872950" y="1822988"/>
            <a:ext cx="694200" cy="1260000"/>
          </a:xfrm>
          <a:prstGeom prst="straightConnector1">
            <a:avLst/>
          </a:prstGeom>
          <a:noFill/>
          <a:ln cap="flat" cmpd="sng" w="9525">
            <a:solidFill>
              <a:schemeClr val="dk1"/>
            </a:solidFill>
            <a:prstDash val="solid"/>
            <a:round/>
            <a:headEnd len="med" w="med" type="none"/>
            <a:tailEnd len="med" w="med" type="none"/>
          </a:ln>
        </p:spPr>
      </p:cxnSp>
      <p:cxnSp>
        <p:nvCxnSpPr>
          <p:cNvPr id="319" name="Google Shape;319;p21"/>
          <p:cNvCxnSpPr/>
          <p:nvPr/>
        </p:nvCxnSpPr>
        <p:spPr>
          <a:xfrm flipH="1" rot="10800000">
            <a:off x="1018612" y="1498388"/>
            <a:ext cx="702000" cy="1122300"/>
          </a:xfrm>
          <a:prstGeom prst="straightConnector1">
            <a:avLst/>
          </a:prstGeom>
          <a:noFill/>
          <a:ln cap="flat" cmpd="sng" w="9525">
            <a:solidFill>
              <a:schemeClr val="dk1"/>
            </a:solidFill>
            <a:prstDash val="solid"/>
            <a:round/>
            <a:headEnd len="med" w="med" type="none"/>
            <a:tailEnd len="med" w="med" type="none"/>
          </a:ln>
        </p:spPr>
      </p:cxnSp>
      <p:cxnSp>
        <p:nvCxnSpPr>
          <p:cNvPr id="320" name="Google Shape;320;p21"/>
          <p:cNvCxnSpPr/>
          <p:nvPr/>
        </p:nvCxnSpPr>
        <p:spPr>
          <a:xfrm rot="10800000">
            <a:off x="1871162" y="1498388"/>
            <a:ext cx="696000" cy="1122300"/>
          </a:xfrm>
          <a:prstGeom prst="straightConnector1">
            <a:avLst/>
          </a:prstGeom>
          <a:noFill/>
          <a:ln cap="flat" cmpd="sng" w="9525">
            <a:solidFill>
              <a:schemeClr val="dk1"/>
            </a:solidFill>
            <a:prstDash val="solid"/>
            <a:round/>
            <a:headEnd len="med" w="med" type="none"/>
            <a:tailEnd len="med" w="med" type="none"/>
          </a:ln>
        </p:spPr>
      </p:cxnSp>
      <p:pic>
        <p:nvPicPr>
          <p:cNvPr id="321" name="Google Shape;321;p21"/>
          <p:cNvPicPr preferRelativeResize="0"/>
          <p:nvPr/>
        </p:nvPicPr>
        <p:blipFill rotWithShape="1">
          <a:blip r:embed="rId4">
            <a:alphaModFix/>
          </a:blip>
          <a:srcRect b="0" l="0" r="0" t="0"/>
          <a:stretch/>
        </p:blipFill>
        <p:spPr>
          <a:xfrm>
            <a:off x="4672875" y="2015700"/>
            <a:ext cx="492620" cy="492600"/>
          </a:xfrm>
          <a:prstGeom prst="rect">
            <a:avLst/>
          </a:prstGeom>
          <a:noFill/>
          <a:ln>
            <a:noFill/>
          </a:ln>
        </p:spPr>
      </p:pic>
      <p:sp>
        <p:nvSpPr>
          <p:cNvPr id="322" name="Google Shape;322;p21"/>
          <p:cNvSpPr txBox="1"/>
          <p:nvPr/>
        </p:nvSpPr>
        <p:spPr>
          <a:xfrm>
            <a:off x="4330135" y="2508288"/>
            <a:ext cx="1178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rgbClr val="1A1A1A"/>
              </a:solidFill>
              <a:latin typeface="Inter"/>
              <a:ea typeface="Inter"/>
              <a:cs typeface="Inter"/>
              <a:sym typeface="Inter"/>
            </a:endParaRPr>
          </a:p>
        </p:txBody>
      </p:sp>
      <p:pic>
        <p:nvPicPr>
          <p:cNvPr id="323" name="Google Shape;323;p21"/>
          <p:cNvPicPr preferRelativeResize="0"/>
          <p:nvPr/>
        </p:nvPicPr>
        <p:blipFill rotWithShape="1">
          <a:blip r:embed="rId4">
            <a:alphaModFix/>
          </a:blip>
          <a:srcRect b="0" l="0" r="0" t="0"/>
          <a:stretch/>
        </p:blipFill>
        <p:spPr>
          <a:xfrm>
            <a:off x="4672875" y="982238"/>
            <a:ext cx="492620" cy="492600"/>
          </a:xfrm>
          <a:prstGeom prst="rect">
            <a:avLst/>
          </a:prstGeom>
          <a:noFill/>
          <a:ln>
            <a:noFill/>
          </a:ln>
        </p:spPr>
      </p:pic>
      <p:pic>
        <p:nvPicPr>
          <p:cNvPr id="324" name="Google Shape;324;p21"/>
          <p:cNvPicPr preferRelativeResize="0"/>
          <p:nvPr/>
        </p:nvPicPr>
        <p:blipFill rotWithShape="1">
          <a:blip r:embed="rId4">
            <a:alphaModFix/>
          </a:blip>
          <a:srcRect b="0" l="0" r="0" t="0"/>
          <a:stretch/>
        </p:blipFill>
        <p:spPr>
          <a:xfrm>
            <a:off x="4672875" y="3126350"/>
            <a:ext cx="492620" cy="492600"/>
          </a:xfrm>
          <a:prstGeom prst="rect">
            <a:avLst/>
          </a:prstGeom>
          <a:noFill/>
          <a:ln>
            <a:noFill/>
          </a:ln>
        </p:spPr>
      </p:pic>
      <p:pic>
        <p:nvPicPr>
          <p:cNvPr id="325" name="Google Shape;325;p21"/>
          <p:cNvPicPr preferRelativeResize="0"/>
          <p:nvPr/>
        </p:nvPicPr>
        <p:blipFill rotWithShape="1">
          <a:blip r:embed="rId4">
            <a:alphaModFix/>
          </a:blip>
          <a:srcRect b="0" l="0" r="0" t="0"/>
          <a:stretch/>
        </p:blipFill>
        <p:spPr>
          <a:xfrm>
            <a:off x="3652225" y="2015700"/>
            <a:ext cx="492620" cy="492600"/>
          </a:xfrm>
          <a:prstGeom prst="rect">
            <a:avLst/>
          </a:prstGeom>
          <a:noFill/>
          <a:ln>
            <a:noFill/>
          </a:ln>
        </p:spPr>
      </p:pic>
      <p:pic>
        <p:nvPicPr>
          <p:cNvPr id="326" name="Google Shape;326;p21"/>
          <p:cNvPicPr preferRelativeResize="0"/>
          <p:nvPr/>
        </p:nvPicPr>
        <p:blipFill rotWithShape="1">
          <a:blip r:embed="rId4">
            <a:alphaModFix/>
          </a:blip>
          <a:srcRect b="0" l="0" r="0" t="0"/>
          <a:stretch/>
        </p:blipFill>
        <p:spPr>
          <a:xfrm>
            <a:off x="5483000" y="2779225"/>
            <a:ext cx="492620" cy="492600"/>
          </a:xfrm>
          <a:prstGeom prst="rect">
            <a:avLst/>
          </a:prstGeom>
          <a:noFill/>
          <a:ln>
            <a:noFill/>
          </a:ln>
        </p:spPr>
      </p:pic>
      <p:pic>
        <p:nvPicPr>
          <p:cNvPr id="327" name="Google Shape;327;p21"/>
          <p:cNvPicPr preferRelativeResize="0"/>
          <p:nvPr/>
        </p:nvPicPr>
        <p:blipFill rotWithShape="1">
          <a:blip r:embed="rId4">
            <a:alphaModFix/>
          </a:blip>
          <a:srcRect b="0" l="0" r="0" t="0"/>
          <a:stretch/>
        </p:blipFill>
        <p:spPr>
          <a:xfrm>
            <a:off x="5508225" y="1265400"/>
            <a:ext cx="492620" cy="492600"/>
          </a:xfrm>
          <a:prstGeom prst="rect">
            <a:avLst/>
          </a:prstGeom>
          <a:noFill/>
          <a:ln>
            <a:noFill/>
          </a:ln>
        </p:spPr>
      </p:pic>
      <p:pic>
        <p:nvPicPr>
          <p:cNvPr id="328" name="Google Shape;328;p21"/>
          <p:cNvPicPr preferRelativeResize="0"/>
          <p:nvPr/>
        </p:nvPicPr>
        <p:blipFill rotWithShape="1">
          <a:blip r:embed="rId4">
            <a:alphaModFix/>
          </a:blip>
          <a:srcRect b="0" l="0" r="0" t="0"/>
          <a:stretch/>
        </p:blipFill>
        <p:spPr>
          <a:xfrm>
            <a:off x="3837525" y="1265400"/>
            <a:ext cx="492620" cy="492600"/>
          </a:xfrm>
          <a:prstGeom prst="rect">
            <a:avLst/>
          </a:prstGeom>
          <a:noFill/>
          <a:ln>
            <a:noFill/>
          </a:ln>
        </p:spPr>
      </p:pic>
      <p:pic>
        <p:nvPicPr>
          <p:cNvPr id="329" name="Google Shape;329;p21"/>
          <p:cNvPicPr preferRelativeResize="0"/>
          <p:nvPr/>
        </p:nvPicPr>
        <p:blipFill rotWithShape="1">
          <a:blip r:embed="rId4">
            <a:alphaModFix/>
          </a:blip>
          <a:srcRect b="0" l="0" r="0" t="0"/>
          <a:stretch/>
        </p:blipFill>
        <p:spPr>
          <a:xfrm>
            <a:off x="3837525" y="2779225"/>
            <a:ext cx="492620" cy="492600"/>
          </a:xfrm>
          <a:prstGeom prst="rect">
            <a:avLst/>
          </a:prstGeom>
          <a:noFill/>
          <a:ln>
            <a:noFill/>
          </a:ln>
        </p:spPr>
      </p:pic>
      <p:cxnSp>
        <p:nvCxnSpPr>
          <p:cNvPr id="330" name="Google Shape;330;p21"/>
          <p:cNvCxnSpPr>
            <a:stCxn id="321" idx="0"/>
            <a:endCxn id="323" idx="2"/>
          </p:cNvCxnSpPr>
          <p:nvPr/>
        </p:nvCxnSpPr>
        <p:spPr>
          <a:xfrm rot="10800000">
            <a:off x="4919185" y="1474800"/>
            <a:ext cx="0" cy="540900"/>
          </a:xfrm>
          <a:prstGeom prst="straightConnector1">
            <a:avLst/>
          </a:prstGeom>
          <a:noFill/>
          <a:ln cap="flat" cmpd="sng" w="9525">
            <a:solidFill>
              <a:srgbClr val="1A1A1A"/>
            </a:solidFill>
            <a:prstDash val="solid"/>
            <a:round/>
            <a:headEnd len="med" w="med" type="none"/>
            <a:tailEnd len="med" w="med" type="none"/>
          </a:ln>
        </p:spPr>
      </p:cxnSp>
      <p:cxnSp>
        <p:nvCxnSpPr>
          <p:cNvPr id="331" name="Google Shape;331;p21"/>
          <p:cNvCxnSpPr>
            <a:stCxn id="324" idx="0"/>
            <a:endCxn id="322" idx="0"/>
          </p:cNvCxnSpPr>
          <p:nvPr/>
        </p:nvCxnSpPr>
        <p:spPr>
          <a:xfrm rot="10800000">
            <a:off x="4919185" y="2508350"/>
            <a:ext cx="0" cy="618000"/>
          </a:xfrm>
          <a:prstGeom prst="straightConnector1">
            <a:avLst/>
          </a:prstGeom>
          <a:noFill/>
          <a:ln cap="flat" cmpd="sng" w="9525">
            <a:solidFill>
              <a:srgbClr val="1A1A1A"/>
            </a:solidFill>
            <a:prstDash val="solid"/>
            <a:round/>
            <a:headEnd len="med" w="med" type="none"/>
            <a:tailEnd len="med" w="med" type="none"/>
          </a:ln>
        </p:spPr>
      </p:cxnSp>
      <p:cxnSp>
        <p:nvCxnSpPr>
          <p:cNvPr id="332" name="Google Shape;332;p21"/>
          <p:cNvCxnSpPr>
            <a:endCxn id="325" idx="3"/>
          </p:cNvCxnSpPr>
          <p:nvPr/>
        </p:nvCxnSpPr>
        <p:spPr>
          <a:xfrm rot="10800000">
            <a:off x="4144845" y="2262000"/>
            <a:ext cx="528000" cy="5700"/>
          </a:xfrm>
          <a:prstGeom prst="straightConnector1">
            <a:avLst/>
          </a:prstGeom>
          <a:noFill/>
          <a:ln cap="flat" cmpd="sng" w="9525">
            <a:solidFill>
              <a:srgbClr val="1A1A1A"/>
            </a:solidFill>
            <a:prstDash val="solid"/>
            <a:round/>
            <a:headEnd len="med" w="med" type="none"/>
            <a:tailEnd len="med" w="med" type="none"/>
          </a:ln>
        </p:spPr>
      </p:cxnSp>
      <p:cxnSp>
        <p:nvCxnSpPr>
          <p:cNvPr id="333" name="Google Shape;333;p21"/>
          <p:cNvCxnSpPr/>
          <p:nvPr/>
        </p:nvCxnSpPr>
        <p:spPr>
          <a:xfrm rot="10800000">
            <a:off x="4334945"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34" name="Google Shape;334;p21"/>
          <p:cNvCxnSpPr/>
          <p:nvPr/>
        </p:nvCxnSpPr>
        <p:spPr>
          <a:xfrm flipH="1" rot="10800000">
            <a:off x="5161095"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35" name="Google Shape;335;p21"/>
          <p:cNvCxnSpPr/>
          <p:nvPr/>
        </p:nvCxnSpPr>
        <p:spPr>
          <a:xfrm flipH="1">
            <a:off x="4334945"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36" name="Google Shape;336;p21"/>
          <p:cNvCxnSpPr/>
          <p:nvPr/>
        </p:nvCxnSpPr>
        <p:spPr>
          <a:xfrm>
            <a:off x="5161095" y="2508300"/>
            <a:ext cx="342300" cy="276000"/>
          </a:xfrm>
          <a:prstGeom prst="straightConnector1">
            <a:avLst/>
          </a:prstGeom>
          <a:noFill/>
          <a:ln cap="flat" cmpd="sng" w="9525">
            <a:solidFill>
              <a:srgbClr val="1A1A1A"/>
            </a:solidFill>
            <a:prstDash val="solid"/>
            <a:round/>
            <a:headEnd len="med" w="med" type="none"/>
            <a:tailEnd len="med" w="med" type="none"/>
          </a:ln>
        </p:spPr>
      </p:cxnSp>
      <p:pic>
        <p:nvPicPr>
          <p:cNvPr id="337" name="Google Shape;337;p21"/>
          <p:cNvPicPr preferRelativeResize="0"/>
          <p:nvPr/>
        </p:nvPicPr>
        <p:blipFill rotWithShape="1">
          <a:blip r:embed="rId4">
            <a:alphaModFix/>
          </a:blip>
          <a:srcRect b="0" l="0" r="0" t="0"/>
          <a:stretch/>
        </p:blipFill>
        <p:spPr>
          <a:xfrm>
            <a:off x="7295150" y="2015700"/>
            <a:ext cx="492620" cy="492600"/>
          </a:xfrm>
          <a:prstGeom prst="rect">
            <a:avLst/>
          </a:prstGeom>
          <a:noFill/>
          <a:ln>
            <a:noFill/>
          </a:ln>
        </p:spPr>
      </p:pic>
      <p:sp>
        <p:nvSpPr>
          <p:cNvPr id="338" name="Google Shape;338;p21"/>
          <p:cNvSpPr txBox="1"/>
          <p:nvPr/>
        </p:nvSpPr>
        <p:spPr>
          <a:xfrm>
            <a:off x="6952410" y="2508288"/>
            <a:ext cx="1178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t/>
            </a:r>
            <a:endParaRPr sz="1000">
              <a:solidFill>
                <a:srgbClr val="1A1A1A"/>
              </a:solidFill>
              <a:latin typeface="Inter"/>
              <a:ea typeface="Inter"/>
              <a:cs typeface="Inter"/>
              <a:sym typeface="Inter"/>
            </a:endParaRPr>
          </a:p>
        </p:txBody>
      </p:sp>
      <p:pic>
        <p:nvPicPr>
          <p:cNvPr id="339" name="Google Shape;339;p21"/>
          <p:cNvPicPr preferRelativeResize="0"/>
          <p:nvPr/>
        </p:nvPicPr>
        <p:blipFill rotWithShape="1">
          <a:blip r:embed="rId4">
            <a:alphaModFix/>
          </a:blip>
          <a:srcRect b="0" l="0" r="0" t="0"/>
          <a:stretch/>
        </p:blipFill>
        <p:spPr>
          <a:xfrm>
            <a:off x="7295150" y="982238"/>
            <a:ext cx="492620" cy="492600"/>
          </a:xfrm>
          <a:prstGeom prst="rect">
            <a:avLst/>
          </a:prstGeom>
          <a:noFill/>
          <a:ln>
            <a:noFill/>
          </a:ln>
        </p:spPr>
      </p:pic>
      <p:pic>
        <p:nvPicPr>
          <p:cNvPr id="340" name="Google Shape;340;p21"/>
          <p:cNvPicPr preferRelativeResize="0"/>
          <p:nvPr/>
        </p:nvPicPr>
        <p:blipFill rotWithShape="1">
          <a:blip r:embed="rId4">
            <a:alphaModFix/>
          </a:blip>
          <a:srcRect b="0" l="0" r="0" t="0"/>
          <a:stretch/>
        </p:blipFill>
        <p:spPr>
          <a:xfrm>
            <a:off x="7295150" y="3126350"/>
            <a:ext cx="492620" cy="492600"/>
          </a:xfrm>
          <a:prstGeom prst="rect">
            <a:avLst/>
          </a:prstGeom>
          <a:noFill/>
          <a:ln>
            <a:noFill/>
          </a:ln>
        </p:spPr>
      </p:pic>
      <p:pic>
        <p:nvPicPr>
          <p:cNvPr id="341" name="Google Shape;341;p21"/>
          <p:cNvPicPr preferRelativeResize="0"/>
          <p:nvPr/>
        </p:nvPicPr>
        <p:blipFill rotWithShape="1">
          <a:blip r:embed="rId4">
            <a:alphaModFix/>
          </a:blip>
          <a:srcRect b="0" l="0" r="0" t="0"/>
          <a:stretch/>
        </p:blipFill>
        <p:spPr>
          <a:xfrm>
            <a:off x="8367600" y="2015700"/>
            <a:ext cx="492620" cy="492600"/>
          </a:xfrm>
          <a:prstGeom prst="rect">
            <a:avLst/>
          </a:prstGeom>
          <a:noFill/>
          <a:ln>
            <a:noFill/>
          </a:ln>
        </p:spPr>
      </p:pic>
      <p:pic>
        <p:nvPicPr>
          <p:cNvPr id="342" name="Google Shape;342;p21"/>
          <p:cNvPicPr preferRelativeResize="0"/>
          <p:nvPr/>
        </p:nvPicPr>
        <p:blipFill rotWithShape="1">
          <a:blip r:embed="rId4">
            <a:alphaModFix/>
          </a:blip>
          <a:srcRect b="0" l="0" r="0" t="0"/>
          <a:stretch/>
        </p:blipFill>
        <p:spPr>
          <a:xfrm>
            <a:off x="8105275" y="2779225"/>
            <a:ext cx="492620" cy="492600"/>
          </a:xfrm>
          <a:prstGeom prst="rect">
            <a:avLst/>
          </a:prstGeom>
          <a:noFill/>
          <a:ln>
            <a:noFill/>
          </a:ln>
        </p:spPr>
      </p:pic>
      <p:pic>
        <p:nvPicPr>
          <p:cNvPr id="343" name="Google Shape;343;p21"/>
          <p:cNvPicPr preferRelativeResize="0"/>
          <p:nvPr/>
        </p:nvPicPr>
        <p:blipFill rotWithShape="1">
          <a:blip r:embed="rId4">
            <a:alphaModFix/>
          </a:blip>
          <a:srcRect b="0" l="0" r="0" t="0"/>
          <a:stretch/>
        </p:blipFill>
        <p:spPr>
          <a:xfrm>
            <a:off x="8130500" y="1265400"/>
            <a:ext cx="492620" cy="492600"/>
          </a:xfrm>
          <a:prstGeom prst="rect">
            <a:avLst/>
          </a:prstGeom>
          <a:noFill/>
          <a:ln>
            <a:noFill/>
          </a:ln>
        </p:spPr>
      </p:pic>
      <p:pic>
        <p:nvPicPr>
          <p:cNvPr id="344" name="Google Shape;344;p21"/>
          <p:cNvPicPr preferRelativeResize="0"/>
          <p:nvPr/>
        </p:nvPicPr>
        <p:blipFill rotWithShape="1">
          <a:blip r:embed="rId4">
            <a:alphaModFix/>
          </a:blip>
          <a:srcRect b="0" l="0" r="0" t="0"/>
          <a:stretch/>
        </p:blipFill>
        <p:spPr>
          <a:xfrm>
            <a:off x="6459800" y="1265400"/>
            <a:ext cx="492620" cy="492600"/>
          </a:xfrm>
          <a:prstGeom prst="rect">
            <a:avLst/>
          </a:prstGeom>
          <a:noFill/>
          <a:ln>
            <a:noFill/>
          </a:ln>
        </p:spPr>
      </p:pic>
      <p:pic>
        <p:nvPicPr>
          <p:cNvPr id="345" name="Google Shape;345;p21"/>
          <p:cNvPicPr preferRelativeResize="0"/>
          <p:nvPr/>
        </p:nvPicPr>
        <p:blipFill rotWithShape="1">
          <a:blip r:embed="rId4">
            <a:alphaModFix/>
          </a:blip>
          <a:srcRect b="0" l="0" r="0" t="0"/>
          <a:stretch/>
        </p:blipFill>
        <p:spPr>
          <a:xfrm>
            <a:off x="6459800" y="2779225"/>
            <a:ext cx="492620" cy="492600"/>
          </a:xfrm>
          <a:prstGeom prst="rect">
            <a:avLst/>
          </a:prstGeom>
          <a:noFill/>
          <a:ln>
            <a:noFill/>
          </a:ln>
        </p:spPr>
      </p:pic>
      <p:cxnSp>
        <p:nvCxnSpPr>
          <p:cNvPr id="346" name="Google Shape;346;p21"/>
          <p:cNvCxnSpPr>
            <a:stCxn id="337" idx="0"/>
            <a:endCxn id="339" idx="2"/>
          </p:cNvCxnSpPr>
          <p:nvPr/>
        </p:nvCxnSpPr>
        <p:spPr>
          <a:xfrm rot="10800000">
            <a:off x="7541460" y="1474800"/>
            <a:ext cx="0" cy="540900"/>
          </a:xfrm>
          <a:prstGeom prst="straightConnector1">
            <a:avLst/>
          </a:prstGeom>
          <a:noFill/>
          <a:ln cap="flat" cmpd="sng" w="9525">
            <a:solidFill>
              <a:srgbClr val="1A1A1A"/>
            </a:solidFill>
            <a:prstDash val="solid"/>
            <a:round/>
            <a:headEnd len="med" w="med" type="none"/>
            <a:tailEnd len="med" w="med" type="none"/>
          </a:ln>
        </p:spPr>
      </p:cxnSp>
      <p:cxnSp>
        <p:nvCxnSpPr>
          <p:cNvPr id="347" name="Google Shape;347;p21"/>
          <p:cNvCxnSpPr>
            <a:stCxn id="340" idx="0"/>
            <a:endCxn id="338" idx="0"/>
          </p:cNvCxnSpPr>
          <p:nvPr/>
        </p:nvCxnSpPr>
        <p:spPr>
          <a:xfrm rot="10800000">
            <a:off x="7541460" y="2508350"/>
            <a:ext cx="0" cy="618000"/>
          </a:xfrm>
          <a:prstGeom prst="straightConnector1">
            <a:avLst/>
          </a:prstGeom>
          <a:noFill/>
          <a:ln cap="flat" cmpd="sng" w="9525">
            <a:solidFill>
              <a:srgbClr val="1A1A1A"/>
            </a:solidFill>
            <a:prstDash val="solid"/>
            <a:round/>
            <a:headEnd len="med" w="med" type="none"/>
            <a:tailEnd len="med" w="med" type="none"/>
          </a:ln>
        </p:spPr>
      </p:cxnSp>
      <p:cxnSp>
        <p:nvCxnSpPr>
          <p:cNvPr id="348" name="Google Shape;348;p21"/>
          <p:cNvCxnSpPr>
            <a:stCxn id="341" idx="1"/>
          </p:cNvCxnSpPr>
          <p:nvPr/>
        </p:nvCxnSpPr>
        <p:spPr>
          <a:xfrm rot="10800000">
            <a:off x="7783500" y="2262000"/>
            <a:ext cx="584100" cy="0"/>
          </a:xfrm>
          <a:prstGeom prst="straightConnector1">
            <a:avLst/>
          </a:prstGeom>
          <a:noFill/>
          <a:ln cap="flat" cmpd="sng" w="9525">
            <a:solidFill>
              <a:srgbClr val="1A1A1A"/>
            </a:solidFill>
            <a:prstDash val="solid"/>
            <a:round/>
            <a:headEnd len="med" w="med" type="none"/>
            <a:tailEnd len="med" w="med" type="none"/>
          </a:ln>
        </p:spPr>
      </p:cxnSp>
      <p:cxnSp>
        <p:nvCxnSpPr>
          <p:cNvPr id="349" name="Google Shape;349;p21"/>
          <p:cNvCxnSpPr/>
          <p:nvPr/>
        </p:nvCxnSpPr>
        <p:spPr>
          <a:xfrm rot="10800000">
            <a:off x="6957220"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50" name="Google Shape;350;p21"/>
          <p:cNvCxnSpPr/>
          <p:nvPr/>
        </p:nvCxnSpPr>
        <p:spPr>
          <a:xfrm flipH="1" rot="10800000">
            <a:off x="7783370" y="17454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51" name="Google Shape;351;p21"/>
          <p:cNvCxnSpPr/>
          <p:nvPr/>
        </p:nvCxnSpPr>
        <p:spPr>
          <a:xfrm flipH="1">
            <a:off x="6957220"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52" name="Google Shape;352;p21"/>
          <p:cNvCxnSpPr/>
          <p:nvPr/>
        </p:nvCxnSpPr>
        <p:spPr>
          <a:xfrm>
            <a:off x="7783370" y="2508300"/>
            <a:ext cx="342300" cy="276000"/>
          </a:xfrm>
          <a:prstGeom prst="straightConnector1">
            <a:avLst/>
          </a:prstGeom>
          <a:noFill/>
          <a:ln cap="flat" cmpd="sng" w="9525">
            <a:solidFill>
              <a:srgbClr val="1A1A1A"/>
            </a:solidFill>
            <a:prstDash val="solid"/>
            <a:round/>
            <a:headEnd len="med" w="med" type="none"/>
            <a:tailEnd len="med" w="med" type="none"/>
          </a:ln>
        </p:spPr>
      </p:cxnSp>
      <p:cxnSp>
        <p:nvCxnSpPr>
          <p:cNvPr id="353" name="Google Shape;353;p21"/>
          <p:cNvCxnSpPr>
            <a:stCxn id="337" idx="1"/>
          </p:cNvCxnSpPr>
          <p:nvPr/>
        </p:nvCxnSpPr>
        <p:spPr>
          <a:xfrm rot="10800000">
            <a:off x="5172050" y="2262000"/>
            <a:ext cx="2123100" cy="0"/>
          </a:xfrm>
          <a:prstGeom prst="straightConnector1">
            <a:avLst/>
          </a:prstGeom>
          <a:noFill/>
          <a:ln cap="flat" cmpd="sng" w="9525">
            <a:solidFill>
              <a:srgbClr val="1A1A1A"/>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Area Networks</a:t>
            </a:r>
            <a:endParaRPr>
              <a:solidFill>
                <a:schemeClr val="accent2"/>
              </a:solidFill>
              <a:latin typeface="Inter ExtraBold"/>
              <a:ea typeface="Inter ExtraBold"/>
              <a:cs typeface="Inter ExtraBold"/>
              <a:sym typeface="Inter ExtraBold"/>
            </a:endParaRPr>
          </a:p>
        </p:txBody>
      </p:sp>
      <p:pic>
        <p:nvPicPr>
          <p:cNvPr id="359" name="Google Shape;359;p22"/>
          <p:cNvPicPr preferRelativeResize="0"/>
          <p:nvPr/>
        </p:nvPicPr>
        <p:blipFill>
          <a:blip r:embed="rId3">
            <a:alphaModFix/>
          </a:blip>
          <a:stretch>
            <a:fillRect/>
          </a:stretch>
        </p:blipFill>
        <p:spPr>
          <a:xfrm>
            <a:off x="6489152" y="876057"/>
            <a:ext cx="1688347" cy="1688382"/>
          </a:xfrm>
          <a:prstGeom prst="rect">
            <a:avLst/>
          </a:prstGeom>
          <a:noFill/>
          <a:ln>
            <a:noFill/>
          </a:ln>
        </p:spPr>
      </p:pic>
      <p:pic>
        <p:nvPicPr>
          <p:cNvPr id="360" name="Google Shape;360;p22"/>
          <p:cNvPicPr preferRelativeResize="0"/>
          <p:nvPr/>
        </p:nvPicPr>
        <p:blipFill>
          <a:blip r:embed="rId4">
            <a:alphaModFix/>
          </a:blip>
          <a:stretch>
            <a:fillRect/>
          </a:stretch>
        </p:blipFill>
        <p:spPr>
          <a:xfrm>
            <a:off x="3501856" y="863048"/>
            <a:ext cx="1688348" cy="1714400"/>
          </a:xfrm>
          <a:prstGeom prst="rect">
            <a:avLst/>
          </a:prstGeom>
          <a:noFill/>
          <a:ln>
            <a:noFill/>
          </a:ln>
        </p:spPr>
      </p:pic>
      <p:pic>
        <p:nvPicPr>
          <p:cNvPr id="361" name="Google Shape;361;p22"/>
          <p:cNvPicPr preferRelativeResize="0"/>
          <p:nvPr/>
        </p:nvPicPr>
        <p:blipFill>
          <a:blip r:embed="rId5">
            <a:alphaModFix/>
          </a:blip>
          <a:stretch>
            <a:fillRect/>
          </a:stretch>
        </p:blipFill>
        <p:spPr>
          <a:xfrm>
            <a:off x="788800" y="975556"/>
            <a:ext cx="1489369" cy="1489384"/>
          </a:xfrm>
          <a:prstGeom prst="rect">
            <a:avLst/>
          </a:prstGeom>
          <a:noFill/>
          <a:ln>
            <a:noFill/>
          </a:ln>
        </p:spPr>
      </p:pic>
      <p:sp>
        <p:nvSpPr>
          <p:cNvPr id="362" name="Google Shape;362;p22"/>
          <p:cNvSpPr txBox="1"/>
          <p:nvPr/>
        </p:nvSpPr>
        <p:spPr>
          <a:xfrm>
            <a:off x="736944" y="2670245"/>
            <a:ext cx="1504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Internet (WAN)</a:t>
            </a:r>
            <a:endParaRPr/>
          </a:p>
        </p:txBody>
      </p:sp>
      <p:sp>
        <p:nvSpPr>
          <p:cNvPr id="363" name="Google Shape;363;p22"/>
          <p:cNvSpPr txBox="1"/>
          <p:nvPr/>
        </p:nvSpPr>
        <p:spPr>
          <a:xfrm>
            <a:off x="3448598" y="2670238"/>
            <a:ext cx="19254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Local Network</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(LAN)</a:t>
            </a:r>
            <a:endParaRPr/>
          </a:p>
        </p:txBody>
      </p:sp>
      <p:sp>
        <p:nvSpPr>
          <p:cNvPr id="364" name="Google Shape;364;p22"/>
          <p:cNvSpPr txBox="1"/>
          <p:nvPr/>
        </p:nvSpPr>
        <p:spPr>
          <a:xfrm>
            <a:off x="6153263" y="2670238"/>
            <a:ext cx="2360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Wireless Network</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(WLAN)</a:t>
            </a:r>
            <a:endParaRPr/>
          </a:p>
        </p:txBody>
      </p:sp>
      <p:sp>
        <p:nvSpPr>
          <p:cNvPr id="365" name="Google Shape;365;p22"/>
          <p:cNvSpPr/>
          <p:nvPr/>
        </p:nvSpPr>
        <p:spPr>
          <a:xfrm>
            <a:off x="279150" y="3615975"/>
            <a:ext cx="8585700" cy="1356000"/>
          </a:xfrm>
          <a:prstGeom prst="roundRect">
            <a:avLst>
              <a:gd fmla="val 974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6" name="Google Shape;366;p22"/>
          <p:cNvSpPr txBox="1"/>
          <p:nvPr/>
        </p:nvSpPr>
        <p:spPr>
          <a:xfrm>
            <a:off x="831150" y="3722450"/>
            <a:ext cx="34602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When you need to create connections between the networks, please use </a:t>
            </a:r>
            <a:br>
              <a:rPr lang="en">
                <a:solidFill>
                  <a:srgbClr val="1A1A1A"/>
                </a:solidFill>
                <a:latin typeface="Inter"/>
                <a:ea typeface="Inter"/>
                <a:cs typeface="Inter"/>
                <a:sym typeface="Inter"/>
              </a:rPr>
            </a:br>
            <a:r>
              <a:rPr lang="en">
                <a:solidFill>
                  <a:srgbClr val="1A1A1A"/>
                </a:solidFill>
                <a:latin typeface="Inter"/>
                <a:ea typeface="Inter"/>
                <a:cs typeface="Inter"/>
                <a:sym typeface="Inter"/>
              </a:rPr>
              <a:t>the following types of lines:</a:t>
            </a:r>
            <a:endParaRPr>
              <a:solidFill>
                <a:srgbClr val="1A1A1A"/>
              </a:solidFill>
              <a:latin typeface="Inter"/>
              <a:ea typeface="Inter"/>
              <a:cs typeface="Inter"/>
              <a:sym typeface="Inter"/>
            </a:endParaRPr>
          </a:p>
        </p:txBody>
      </p:sp>
      <p:pic>
        <p:nvPicPr>
          <p:cNvPr id="367" name="Google Shape;367;p22"/>
          <p:cNvPicPr preferRelativeResize="0"/>
          <p:nvPr/>
        </p:nvPicPr>
        <p:blipFill rotWithShape="1">
          <a:blip r:embed="rId6">
            <a:alphaModFix/>
          </a:blip>
          <a:srcRect b="0" l="0" r="0" t="0"/>
          <a:stretch/>
        </p:blipFill>
        <p:spPr>
          <a:xfrm>
            <a:off x="432950" y="3836175"/>
            <a:ext cx="355850" cy="355850"/>
          </a:xfrm>
          <a:prstGeom prst="rect">
            <a:avLst/>
          </a:prstGeom>
          <a:noFill/>
          <a:ln>
            <a:noFill/>
          </a:ln>
        </p:spPr>
      </p:pic>
      <p:cxnSp>
        <p:nvCxnSpPr>
          <p:cNvPr id="368" name="Google Shape;368;p22"/>
          <p:cNvCxnSpPr/>
          <p:nvPr/>
        </p:nvCxnSpPr>
        <p:spPr>
          <a:xfrm>
            <a:off x="4291350" y="3924050"/>
            <a:ext cx="1264200" cy="0"/>
          </a:xfrm>
          <a:prstGeom prst="straightConnector1">
            <a:avLst/>
          </a:prstGeom>
          <a:noFill/>
          <a:ln cap="flat" cmpd="sng" w="19050">
            <a:solidFill>
              <a:srgbClr val="1878DC"/>
            </a:solidFill>
            <a:prstDash val="solid"/>
            <a:round/>
            <a:headEnd len="med" w="med" type="none"/>
            <a:tailEnd len="med" w="med" type="none"/>
          </a:ln>
        </p:spPr>
      </p:cxnSp>
      <p:cxnSp>
        <p:nvCxnSpPr>
          <p:cNvPr id="369" name="Google Shape;369;p22"/>
          <p:cNvCxnSpPr/>
          <p:nvPr/>
        </p:nvCxnSpPr>
        <p:spPr>
          <a:xfrm>
            <a:off x="4495800" y="4298788"/>
            <a:ext cx="1264200" cy="0"/>
          </a:xfrm>
          <a:prstGeom prst="straightConnector1">
            <a:avLst/>
          </a:prstGeom>
          <a:noFill/>
          <a:ln cap="flat" cmpd="sng" w="19050">
            <a:solidFill>
              <a:schemeClr val="dk2"/>
            </a:solidFill>
            <a:prstDash val="solid"/>
            <a:round/>
            <a:headEnd len="med" w="med" type="none"/>
            <a:tailEnd len="med" w="med" type="none"/>
          </a:ln>
        </p:spPr>
      </p:cxnSp>
      <p:cxnSp>
        <p:nvCxnSpPr>
          <p:cNvPr id="370" name="Google Shape;370;p22"/>
          <p:cNvCxnSpPr/>
          <p:nvPr/>
        </p:nvCxnSpPr>
        <p:spPr>
          <a:xfrm>
            <a:off x="4495800" y="4673550"/>
            <a:ext cx="1264200" cy="0"/>
          </a:xfrm>
          <a:prstGeom prst="straightConnector1">
            <a:avLst/>
          </a:prstGeom>
          <a:noFill/>
          <a:ln cap="flat" cmpd="sng" w="19050">
            <a:solidFill>
              <a:schemeClr val="dk2"/>
            </a:solidFill>
            <a:prstDash val="dash"/>
            <a:round/>
            <a:headEnd len="med" w="med" type="none"/>
            <a:tailEnd len="med" w="med" type="none"/>
          </a:ln>
        </p:spPr>
      </p:cxnSp>
      <p:sp>
        <p:nvSpPr>
          <p:cNvPr id="371" name="Google Shape;371;p22"/>
          <p:cNvSpPr txBox="1"/>
          <p:nvPr/>
        </p:nvSpPr>
        <p:spPr>
          <a:xfrm>
            <a:off x="5804800" y="409870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Wired network for LAN</a:t>
            </a:r>
            <a:endParaRPr>
              <a:solidFill>
                <a:srgbClr val="1A1A1A"/>
              </a:solidFill>
              <a:latin typeface="Inter"/>
              <a:ea typeface="Inter"/>
              <a:cs typeface="Inter"/>
              <a:sym typeface="Inter"/>
            </a:endParaRPr>
          </a:p>
        </p:txBody>
      </p:sp>
      <p:sp>
        <p:nvSpPr>
          <p:cNvPr id="372" name="Google Shape;372;p22"/>
          <p:cNvSpPr txBox="1"/>
          <p:nvPr/>
        </p:nvSpPr>
        <p:spPr>
          <a:xfrm>
            <a:off x="5804800" y="372395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Wired network for WAN</a:t>
            </a:r>
            <a:endParaRPr>
              <a:solidFill>
                <a:srgbClr val="1A1A1A"/>
              </a:solidFill>
              <a:latin typeface="Inter"/>
              <a:ea typeface="Inter"/>
              <a:cs typeface="Inter"/>
              <a:sym typeface="Inter"/>
            </a:endParaRPr>
          </a:p>
        </p:txBody>
      </p:sp>
      <p:sp>
        <p:nvSpPr>
          <p:cNvPr id="373" name="Google Shape;373;p22"/>
          <p:cNvSpPr txBox="1"/>
          <p:nvPr/>
        </p:nvSpPr>
        <p:spPr>
          <a:xfrm>
            <a:off x="5804800" y="4473450"/>
            <a:ext cx="2658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1A1A1A"/>
                </a:solidFill>
                <a:latin typeface="Inter"/>
                <a:ea typeface="Inter"/>
                <a:cs typeface="Inter"/>
                <a:sym typeface="Inter"/>
              </a:rPr>
              <a:t>Wireless network for WLAN</a:t>
            </a:r>
            <a:endParaRPr>
              <a:solidFill>
                <a:srgbClr val="1A1A1A"/>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23"/>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latin typeface="Inter ExtraBold"/>
                <a:ea typeface="Inter ExtraBold"/>
                <a:cs typeface="Inter ExtraBold"/>
                <a:sym typeface="Inter ExtraBold"/>
              </a:rPr>
              <a:t>Service Providers</a:t>
            </a:r>
            <a:endParaRPr>
              <a:solidFill>
                <a:schemeClr val="accent2"/>
              </a:solidFill>
              <a:latin typeface="Inter ExtraBold"/>
              <a:ea typeface="Inter ExtraBold"/>
              <a:cs typeface="Inter ExtraBold"/>
              <a:sym typeface="Inter ExtraBold"/>
            </a:endParaRPr>
          </a:p>
        </p:txBody>
      </p:sp>
      <p:pic>
        <p:nvPicPr>
          <p:cNvPr id="379" name="Google Shape;379;p23"/>
          <p:cNvPicPr preferRelativeResize="0"/>
          <p:nvPr/>
        </p:nvPicPr>
        <p:blipFill rotWithShape="1">
          <a:blip r:embed="rId3">
            <a:alphaModFix/>
          </a:blip>
          <a:srcRect b="-2933" l="-2004" r="-4073" t="0"/>
          <a:stretch/>
        </p:blipFill>
        <p:spPr>
          <a:xfrm>
            <a:off x="6304025" y="1417262"/>
            <a:ext cx="2013325" cy="1874750"/>
          </a:xfrm>
          <a:prstGeom prst="rect">
            <a:avLst/>
          </a:prstGeom>
          <a:noFill/>
          <a:ln>
            <a:noFill/>
          </a:ln>
        </p:spPr>
      </p:pic>
      <p:pic>
        <p:nvPicPr>
          <p:cNvPr id="380" name="Google Shape;380;p23"/>
          <p:cNvPicPr preferRelativeResize="0"/>
          <p:nvPr/>
        </p:nvPicPr>
        <p:blipFill rotWithShape="1">
          <a:blip r:embed="rId4">
            <a:alphaModFix/>
          </a:blip>
          <a:srcRect b="-3415" l="0" r="0" t="-3330"/>
          <a:stretch/>
        </p:blipFill>
        <p:spPr>
          <a:xfrm>
            <a:off x="3509850" y="1413088"/>
            <a:ext cx="1739500" cy="2020437"/>
          </a:xfrm>
          <a:prstGeom prst="rect">
            <a:avLst/>
          </a:prstGeom>
          <a:noFill/>
          <a:ln>
            <a:noFill/>
          </a:ln>
        </p:spPr>
      </p:pic>
      <p:pic>
        <p:nvPicPr>
          <p:cNvPr id="381" name="Google Shape;381;p23"/>
          <p:cNvPicPr preferRelativeResize="0"/>
          <p:nvPr/>
        </p:nvPicPr>
        <p:blipFill rotWithShape="1">
          <a:blip r:embed="rId5">
            <a:alphaModFix/>
          </a:blip>
          <a:srcRect b="-959" l="0" r="0" t="0"/>
          <a:stretch/>
        </p:blipFill>
        <p:spPr>
          <a:xfrm>
            <a:off x="774350" y="1545336"/>
            <a:ext cx="1622150" cy="1892890"/>
          </a:xfrm>
          <a:prstGeom prst="rect">
            <a:avLst/>
          </a:prstGeom>
          <a:noFill/>
          <a:ln>
            <a:noFill/>
          </a:ln>
        </p:spPr>
      </p:pic>
      <p:sp>
        <p:nvSpPr>
          <p:cNvPr id="382" name="Google Shape;382;p23"/>
          <p:cNvSpPr txBox="1"/>
          <p:nvPr/>
        </p:nvSpPr>
        <p:spPr>
          <a:xfrm>
            <a:off x="833031" y="3772932"/>
            <a:ext cx="15048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ISP</a:t>
            </a:r>
            <a:endParaRPr/>
          </a:p>
        </p:txBody>
      </p:sp>
      <p:sp>
        <p:nvSpPr>
          <p:cNvPr id="383" name="Google Shape;383;p23"/>
          <p:cNvSpPr txBox="1"/>
          <p:nvPr/>
        </p:nvSpPr>
        <p:spPr>
          <a:xfrm>
            <a:off x="3372948" y="3772925"/>
            <a:ext cx="20133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Data Center</a:t>
            </a:r>
            <a:endParaRPr/>
          </a:p>
        </p:txBody>
      </p:sp>
      <p:sp>
        <p:nvSpPr>
          <p:cNvPr id="384" name="Google Shape;384;p23"/>
          <p:cNvSpPr txBox="1"/>
          <p:nvPr/>
        </p:nvSpPr>
        <p:spPr>
          <a:xfrm>
            <a:off x="6200090" y="3772925"/>
            <a:ext cx="21798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Cloud Service Provider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4"/>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Continuous Monitoring</a:t>
            </a:r>
            <a:endParaRPr>
              <a:latin typeface="Inter ExtraBold"/>
              <a:ea typeface="Inter ExtraBold"/>
              <a:cs typeface="Inter ExtraBold"/>
              <a:sym typeface="Inter ExtraBold"/>
            </a:endParaRPr>
          </a:p>
        </p:txBody>
      </p:sp>
      <p:pic>
        <p:nvPicPr>
          <p:cNvPr id="390" name="Google Shape;390;p24"/>
          <p:cNvPicPr preferRelativeResize="0"/>
          <p:nvPr/>
        </p:nvPicPr>
        <p:blipFill>
          <a:blip r:embed="rId3">
            <a:alphaModFix/>
          </a:blip>
          <a:stretch>
            <a:fillRect/>
          </a:stretch>
        </p:blipFill>
        <p:spPr>
          <a:xfrm>
            <a:off x="7072656" y="1335870"/>
            <a:ext cx="1598344" cy="1472410"/>
          </a:xfrm>
          <a:prstGeom prst="rect">
            <a:avLst/>
          </a:prstGeom>
          <a:noFill/>
          <a:ln>
            <a:noFill/>
          </a:ln>
        </p:spPr>
      </p:pic>
      <p:pic>
        <p:nvPicPr>
          <p:cNvPr id="391" name="Google Shape;391;p24"/>
          <p:cNvPicPr preferRelativeResize="0"/>
          <p:nvPr/>
        </p:nvPicPr>
        <p:blipFill>
          <a:blip r:embed="rId4">
            <a:alphaModFix/>
          </a:blip>
          <a:stretch>
            <a:fillRect/>
          </a:stretch>
        </p:blipFill>
        <p:spPr>
          <a:xfrm>
            <a:off x="484450" y="1354625"/>
            <a:ext cx="1260987" cy="1625350"/>
          </a:xfrm>
          <a:prstGeom prst="rect">
            <a:avLst/>
          </a:prstGeom>
          <a:noFill/>
          <a:ln>
            <a:noFill/>
          </a:ln>
        </p:spPr>
      </p:pic>
      <p:pic>
        <p:nvPicPr>
          <p:cNvPr id="392" name="Google Shape;392;p24"/>
          <p:cNvPicPr preferRelativeResize="0"/>
          <p:nvPr/>
        </p:nvPicPr>
        <p:blipFill>
          <a:blip r:embed="rId5">
            <a:alphaModFix/>
          </a:blip>
          <a:stretch>
            <a:fillRect/>
          </a:stretch>
        </p:blipFill>
        <p:spPr>
          <a:xfrm>
            <a:off x="2376525" y="1354618"/>
            <a:ext cx="1833900" cy="1434914"/>
          </a:xfrm>
          <a:prstGeom prst="rect">
            <a:avLst/>
          </a:prstGeom>
          <a:noFill/>
          <a:ln>
            <a:noFill/>
          </a:ln>
        </p:spPr>
      </p:pic>
      <p:pic>
        <p:nvPicPr>
          <p:cNvPr id="393" name="Google Shape;393;p24"/>
          <p:cNvPicPr preferRelativeResize="0"/>
          <p:nvPr/>
        </p:nvPicPr>
        <p:blipFill>
          <a:blip r:embed="rId6">
            <a:alphaModFix/>
          </a:blip>
          <a:stretch>
            <a:fillRect/>
          </a:stretch>
        </p:blipFill>
        <p:spPr>
          <a:xfrm>
            <a:off x="4759020" y="1429843"/>
            <a:ext cx="1833904" cy="1778313"/>
          </a:xfrm>
          <a:prstGeom prst="rect">
            <a:avLst/>
          </a:prstGeom>
          <a:noFill/>
          <a:ln>
            <a:noFill/>
          </a:ln>
        </p:spPr>
      </p:pic>
      <p:sp>
        <p:nvSpPr>
          <p:cNvPr id="394" name="Google Shape;394;p24"/>
          <p:cNvSpPr txBox="1"/>
          <p:nvPr/>
        </p:nvSpPr>
        <p:spPr>
          <a:xfrm>
            <a:off x="27902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Network Observability</a:t>
            </a:r>
            <a:endParaRPr/>
          </a:p>
        </p:txBody>
      </p:sp>
      <p:sp>
        <p:nvSpPr>
          <p:cNvPr id="395" name="Google Shape;395;p24"/>
          <p:cNvSpPr txBox="1"/>
          <p:nvPr/>
        </p:nvSpPr>
        <p:spPr>
          <a:xfrm>
            <a:off x="2376525" y="3208150"/>
            <a:ext cx="1833900" cy="141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Endpoint Detection</a:t>
            </a:r>
            <a:br>
              <a:rPr lang="en" sz="2000">
                <a:solidFill>
                  <a:srgbClr val="1A1A1A"/>
                </a:solidFill>
                <a:latin typeface="Inter"/>
                <a:ea typeface="Inter"/>
                <a:cs typeface="Inter"/>
                <a:sym typeface="Inter"/>
              </a:rPr>
            </a:br>
            <a:r>
              <a:rPr lang="en" sz="2000">
                <a:solidFill>
                  <a:srgbClr val="1A1A1A"/>
                </a:solidFill>
                <a:latin typeface="Inter"/>
                <a:ea typeface="Inter"/>
                <a:cs typeface="Inter"/>
                <a:sym typeface="Inter"/>
              </a:rPr>
              <a:t>&amp; Response (EDR)</a:t>
            </a:r>
            <a:endParaRPr/>
          </a:p>
        </p:txBody>
      </p:sp>
      <p:sp>
        <p:nvSpPr>
          <p:cNvPr id="396" name="Google Shape;396;p24"/>
          <p:cNvSpPr txBox="1"/>
          <p:nvPr/>
        </p:nvSpPr>
        <p:spPr>
          <a:xfrm>
            <a:off x="475902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Vulnerability Scan</a:t>
            </a:r>
            <a:endParaRPr/>
          </a:p>
        </p:txBody>
      </p:sp>
      <p:sp>
        <p:nvSpPr>
          <p:cNvPr id="397" name="Google Shape;397;p24"/>
          <p:cNvSpPr txBox="1"/>
          <p:nvPr/>
        </p:nvSpPr>
        <p:spPr>
          <a:xfrm>
            <a:off x="6954874" y="3208150"/>
            <a:ext cx="18339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No visibility into network</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25"/>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Architectures</a:t>
            </a:r>
            <a:endParaRPr>
              <a:latin typeface="Inter ExtraBold"/>
              <a:ea typeface="Inter ExtraBold"/>
              <a:cs typeface="Inter ExtraBold"/>
              <a:sym typeface="Inter ExtraBold"/>
            </a:endParaRPr>
          </a:p>
        </p:txBody>
      </p:sp>
      <p:pic>
        <p:nvPicPr>
          <p:cNvPr id="403" name="Google Shape;403;p25"/>
          <p:cNvPicPr preferRelativeResize="0"/>
          <p:nvPr/>
        </p:nvPicPr>
        <p:blipFill>
          <a:blip r:embed="rId3">
            <a:alphaModFix/>
          </a:blip>
          <a:stretch>
            <a:fillRect/>
          </a:stretch>
        </p:blipFill>
        <p:spPr>
          <a:xfrm>
            <a:off x="1107363" y="1185425"/>
            <a:ext cx="1183537" cy="2036325"/>
          </a:xfrm>
          <a:prstGeom prst="rect">
            <a:avLst/>
          </a:prstGeom>
          <a:noFill/>
          <a:ln>
            <a:noFill/>
          </a:ln>
        </p:spPr>
      </p:pic>
      <p:pic>
        <p:nvPicPr>
          <p:cNvPr id="404" name="Google Shape;404;p25"/>
          <p:cNvPicPr preferRelativeResize="0"/>
          <p:nvPr/>
        </p:nvPicPr>
        <p:blipFill>
          <a:blip r:embed="rId4">
            <a:alphaModFix/>
          </a:blip>
          <a:stretch>
            <a:fillRect/>
          </a:stretch>
        </p:blipFill>
        <p:spPr>
          <a:xfrm>
            <a:off x="6151162" y="1164825"/>
            <a:ext cx="2077525" cy="2077525"/>
          </a:xfrm>
          <a:prstGeom prst="rect">
            <a:avLst/>
          </a:prstGeom>
          <a:noFill/>
          <a:ln>
            <a:noFill/>
          </a:ln>
        </p:spPr>
      </p:pic>
      <p:pic>
        <p:nvPicPr>
          <p:cNvPr id="405" name="Google Shape;405;p25"/>
          <p:cNvPicPr preferRelativeResize="0"/>
          <p:nvPr/>
        </p:nvPicPr>
        <p:blipFill>
          <a:blip r:embed="rId5">
            <a:alphaModFix/>
          </a:blip>
          <a:stretch>
            <a:fillRect/>
          </a:stretch>
        </p:blipFill>
        <p:spPr>
          <a:xfrm>
            <a:off x="3482253" y="1315332"/>
            <a:ext cx="1924547" cy="1776512"/>
          </a:xfrm>
          <a:prstGeom prst="rect">
            <a:avLst/>
          </a:prstGeom>
          <a:noFill/>
          <a:ln>
            <a:noFill/>
          </a:ln>
        </p:spPr>
      </p:pic>
      <p:sp>
        <p:nvSpPr>
          <p:cNvPr id="406" name="Google Shape;406;p25"/>
          <p:cNvSpPr txBox="1"/>
          <p:nvPr/>
        </p:nvSpPr>
        <p:spPr>
          <a:xfrm>
            <a:off x="590785" y="339225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Monolithic ERP</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
        <p:nvSpPr>
          <p:cNvPr id="407" name="Google Shape;407;p25"/>
          <p:cNvSpPr txBox="1"/>
          <p:nvPr/>
        </p:nvSpPr>
        <p:spPr>
          <a:xfrm>
            <a:off x="3336185" y="339225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Three-tier</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
        <p:nvSpPr>
          <p:cNvPr id="408" name="Google Shape;408;p25"/>
          <p:cNvSpPr txBox="1"/>
          <p:nvPr/>
        </p:nvSpPr>
        <p:spPr>
          <a:xfrm>
            <a:off x="6081585" y="3392250"/>
            <a:ext cx="2216700" cy="1108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Cloud microservices</a:t>
            </a:r>
            <a:endParaRPr sz="2000">
              <a:solidFill>
                <a:srgbClr val="1A1A1A"/>
              </a:solidFill>
              <a:latin typeface="Inter"/>
              <a:ea typeface="Inter"/>
              <a:cs typeface="Inter"/>
              <a:sym typeface="Inter"/>
            </a:endParaRPr>
          </a:p>
          <a:p>
            <a:pPr indent="0" lvl="0" marL="0" rtl="0" algn="ctr">
              <a:spcBef>
                <a:spcPts val="0"/>
              </a:spcBef>
              <a:spcAft>
                <a:spcPts val="0"/>
              </a:spcAft>
              <a:buNone/>
            </a:pPr>
            <a:r>
              <a:rPr lang="en" sz="2000">
                <a:solidFill>
                  <a:srgbClr val="1A1A1A"/>
                </a:solidFill>
                <a:latin typeface="Inter"/>
                <a:ea typeface="Inter"/>
                <a:cs typeface="Inter"/>
                <a:sym typeface="Inter"/>
              </a:rPr>
              <a:t>(Architecture)</a:t>
            </a:r>
            <a:endParaRPr sz="2000">
              <a:solidFill>
                <a:srgbClr val="1A1A1A"/>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6"/>
          <p:cNvSpPr txBox="1"/>
          <p:nvPr>
            <p:ph idx="4294967295" type="ctrTitle"/>
          </p:nvPr>
        </p:nvSpPr>
        <p:spPr>
          <a:xfrm>
            <a:off x="85725" y="102125"/>
            <a:ext cx="8520600" cy="615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accent2"/>
                </a:solidFill>
                <a:latin typeface="Inter ExtraBold"/>
                <a:ea typeface="Inter ExtraBold"/>
                <a:cs typeface="Inter ExtraBold"/>
                <a:sym typeface="Inter ExtraBold"/>
              </a:rPr>
              <a:t>Connection Types</a:t>
            </a:r>
            <a:endParaRPr>
              <a:latin typeface="Inter ExtraBold"/>
              <a:ea typeface="Inter ExtraBold"/>
              <a:cs typeface="Inter ExtraBold"/>
              <a:sym typeface="Inter ExtraBold"/>
            </a:endParaRPr>
          </a:p>
        </p:txBody>
      </p:sp>
      <p:sp>
        <p:nvSpPr>
          <p:cNvPr id="414" name="Google Shape;414;p26"/>
          <p:cNvSpPr/>
          <p:nvPr/>
        </p:nvSpPr>
        <p:spPr>
          <a:xfrm>
            <a:off x="294413" y="1004450"/>
            <a:ext cx="4191000" cy="3861900"/>
          </a:xfrm>
          <a:prstGeom prst="roundRect">
            <a:avLst>
              <a:gd fmla="val 3139"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15" name="Google Shape;415;p26"/>
          <p:cNvSpPr/>
          <p:nvPr/>
        </p:nvSpPr>
        <p:spPr>
          <a:xfrm>
            <a:off x="4658588" y="1004450"/>
            <a:ext cx="4191000" cy="3861900"/>
          </a:xfrm>
          <a:prstGeom prst="roundRect">
            <a:avLst>
              <a:gd fmla="val 3139"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416" name="Google Shape;416;p26"/>
          <p:cNvPicPr preferRelativeResize="0"/>
          <p:nvPr/>
        </p:nvPicPr>
        <p:blipFill>
          <a:blip r:embed="rId3">
            <a:alphaModFix/>
          </a:blip>
          <a:stretch>
            <a:fillRect/>
          </a:stretch>
        </p:blipFill>
        <p:spPr>
          <a:xfrm>
            <a:off x="2429601" y="2583400"/>
            <a:ext cx="1614900" cy="973200"/>
          </a:xfrm>
          <a:prstGeom prst="rect">
            <a:avLst/>
          </a:prstGeom>
          <a:noFill/>
          <a:ln>
            <a:noFill/>
          </a:ln>
        </p:spPr>
      </p:pic>
      <p:pic>
        <p:nvPicPr>
          <p:cNvPr id="417" name="Google Shape;417;p26"/>
          <p:cNvPicPr preferRelativeResize="0"/>
          <p:nvPr/>
        </p:nvPicPr>
        <p:blipFill>
          <a:blip r:embed="rId4">
            <a:alphaModFix/>
          </a:blip>
          <a:stretch>
            <a:fillRect/>
          </a:stretch>
        </p:blipFill>
        <p:spPr>
          <a:xfrm>
            <a:off x="735325" y="2434675"/>
            <a:ext cx="1121948" cy="1121925"/>
          </a:xfrm>
          <a:prstGeom prst="rect">
            <a:avLst/>
          </a:prstGeom>
          <a:noFill/>
          <a:ln>
            <a:noFill/>
          </a:ln>
        </p:spPr>
      </p:pic>
      <p:sp>
        <p:nvSpPr>
          <p:cNvPr id="418" name="Google Shape;418;p26"/>
          <p:cNvSpPr txBox="1"/>
          <p:nvPr/>
        </p:nvSpPr>
        <p:spPr>
          <a:xfrm>
            <a:off x="1281585" y="117600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Wired connections</a:t>
            </a:r>
            <a:endParaRPr sz="2000">
              <a:solidFill>
                <a:srgbClr val="1A1A1A"/>
              </a:solidFill>
              <a:latin typeface="Inter"/>
              <a:ea typeface="Inter"/>
              <a:cs typeface="Inter"/>
              <a:sym typeface="Inter"/>
            </a:endParaRPr>
          </a:p>
        </p:txBody>
      </p:sp>
      <p:sp>
        <p:nvSpPr>
          <p:cNvPr id="419" name="Google Shape;419;p26"/>
          <p:cNvSpPr txBox="1"/>
          <p:nvPr/>
        </p:nvSpPr>
        <p:spPr>
          <a:xfrm>
            <a:off x="488853"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High-speed Connection</a:t>
            </a:r>
            <a:endParaRPr sz="1500">
              <a:solidFill>
                <a:srgbClr val="1A1A1A"/>
              </a:solidFill>
              <a:latin typeface="Inter"/>
              <a:ea typeface="Inter"/>
              <a:cs typeface="Inter"/>
              <a:sym typeface="Inter"/>
            </a:endParaRPr>
          </a:p>
        </p:txBody>
      </p:sp>
      <p:sp>
        <p:nvSpPr>
          <p:cNvPr id="420" name="Google Shape;420;p26"/>
          <p:cNvSpPr txBox="1"/>
          <p:nvPr/>
        </p:nvSpPr>
        <p:spPr>
          <a:xfrm>
            <a:off x="2429603"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Low</a:t>
            </a:r>
            <a:r>
              <a:rPr lang="en" sz="1500">
                <a:solidFill>
                  <a:srgbClr val="1A1A1A"/>
                </a:solidFill>
                <a:latin typeface="Inter"/>
                <a:ea typeface="Inter"/>
                <a:cs typeface="Inter"/>
                <a:sym typeface="Inter"/>
              </a:rPr>
              <a:t>-speed Connection</a:t>
            </a:r>
            <a:endParaRPr sz="1500">
              <a:solidFill>
                <a:srgbClr val="1A1A1A"/>
              </a:solidFill>
              <a:latin typeface="Inter"/>
              <a:ea typeface="Inter"/>
              <a:cs typeface="Inter"/>
              <a:sym typeface="Inter"/>
            </a:endParaRPr>
          </a:p>
        </p:txBody>
      </p:sp>
      <p:sp>
        <p:nvSpPr>
          <p:cNvPr id="421" name="Google Shape;421;p26"/>
          <p:cNvSpPr txBox="1"/>
          <p:nvPr/>
        </p:nvSpPr>
        <p:spPr>
          <a:xfrm>
            <a:off x="5645760" y="1176000"/>
            <a:ext cx="22167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1A1A1A"/>
                </a:solidFill>
                <a:latin typeface="Inter"/>
                <a:ea typeface="Inter"/>
                <a:cs typeface="Inter"/>
                <a:sym typeface="Inter"/>
              </a:rPr>
              <a:t>Wireless connections</a:t>
            </a:r>
            <a:endParaRPr sz="2000">
              <a:solidFill>
                <a:srgbClr val="1A1A1A"/>
              </a:solidFill>
              <a:latin typeface="Inter"/>
              <a:ea typeface="Inter"/>
              <a:cs typeface="Inter"/>
              <a:sym typeface="Inter"/>
            </a:endParaRPr>
          </a:p>
        </p:txBody>
      </p:sp>
      <p:pic>
        <p:nvPicPr>
          <p:cNvPr id="422" name="Google Shape;422;p26"/>
          <p:cNvPicPr preferRelativeResize="0"/>
          <p:nvPr/>
        </p:nvPicPr>
        <p:blipFill>
          <a:blip r:embed="rId5">
            <a:alphaModFix/>
          </a:blip>
          <a:stretch>
            <a:fillRect/>
          </a:stretch>
        </p:blipFill>
        <p:spPr>
          <a:xfrm>
            <a:off x="7115971" y="2509037"/>
            <a:ext cx="1249404" cy="1121925"/>
          </a:xfrm>
          <a:prstGeom prst="rect">
            <a:avLst/>
          </a:prstGeom>
          <a:noFill/>
          <a:ln>
            <a:noFill/>
          </a:ln>
        </p:spPr>
      </p:pic>
      <p:pic>
        <p:nvPicPr>
          <p:cNvPr id="423" name="Google Shape;423;p26"/>
          <p:cNvPicPr preferRelativeResize="0"/>
          <p:nvPr/>
        </p:nvPicPr>
        <p:blipFill>
          <a:blip r:embed="rId6">
            <a:alphaModFix/>
          </a:blip>
          <a:stretch>
            <a:fillRect/>
          </a:stretch>
        </p:blipFill>
        <p:spPr>
          <a:xfrm>
            <a:off x="5101322" y="2585300"/>
            <a:ext cx="1275294" cy="969400"/>
          </a:xfrm>
          <a:prstGeom prst="rect">
            <a:avLst/>
          </a:prstGeom>
          <a:noFill/>
          <a:ln>
            <a:noFill/>
          </a:ln>
        </p:spPr>
      </p:pic>
      <p:sp>
        <p:nvSpPr>
          <p:cNvPr id="424" name="Google Shape;424;p26"/>
          <p:cNvSpPr txBox="1"/>
          <p:nvPr/>
        </p:nvSpPr>
        <p:spPr>
          <a:xfrm>
            <a:off x="4931528"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Wi-Fi</a:t>
            </a:r>
            <a:r>
              <a:rPr lang="en" sz="1500">
                <a:solidFill>
                  <a:srgbClr val="1A1A1A"/>
                </a:solidFill>
                <a:latin typeface="Inter"/>
                <a:ea typeface="Inter"/>
                <a:cs typeface="Inter"/>
                <a:sym typeface="Inter"/>
              </a:rPr>
              <a:t> Connection</a:t>
            </a:r>
            <a:endParaRPr sz="1500">
              <a:solidFill>
                <a:srgbClr val="1A1A1A"/>
              </a:solidFill>
              <a:latin typeface="Inter"/>
              <a:ea typeface="Inter"/>
              <a:cs typeface="Inter"/>
              <a:sym typeface="Inter"/>
            </a:endParaRPr>
          </a:p>
        </p:txBody>
      </p:sp>
      <p:sp>
        <p:nvSpPr>
          <p:cNvPr id="425" name="Google Shape;425;p26"/>
          <p:cNvSpPr txBox="1"/>
          <p:nvPr/>
        </p:nvSpPr>
        <p:spPr>
          <a:xfrm>
            <a:off x="6933228" y="3761675"/>
            <a:ext cx="16149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rgbClr val="1A1A1A"/>
                </a:solidFill>
                <a:latin typeface="Inter"/>
                <a:ea typeface="Inter"/>
                <a:cs typeface="Inter"/>
                <a:sym typeface="Inter"/>
              </a:rPr>
              <a:t>Cellular</a:t>
            </a:r>
            <a:r>
              <a:rPr lang="en" sz="1500">
                <a:solidFill>
                  <a:srgbClr val="1A1A1A"/>
                </a:solidFill>
                <a:latin typeface="Inter"/>
                <a:ea typeface="Inter"/>
                <a:cs typeface="Inter"/>
                <a:sym typeface="Inter"/>
              </a:rPr>
              <a:t> Connection</a:t>
            </a:r>
            <a:endParaRPr sz="1500">
              <a:solidFill>
                <a:srgbClr val="1A1A1A"/>
              </a:solidFill>
              <a:latin typeface="Inter"/>
              <a:ea typeface="Inter"/>
              <a:cs typeface="Inter"/>
              <a:sym typeface="Inter"/>
            </a:endParaRPr>
          </a:p>
        </p:txBody>
      </p:sp>
      <p:cxnSp>
        <p:nvCxnSpPr>
          <p:cNvPr id="426" name="Google Shape;426;p26"/>
          <p:cNvCxnSpPr/>
          <p:nvPr/>
        </p:nvCxnSpPr>
        <p:spPr>
          <a:xfrm>
            <a:off x="724700" y="2067525"/>
            <a:ext cx="3367800" cy="0"/>
          </a:xfrm>
          <a:prstGeom prst="straightConnector1">
            <a:avLst/>
          </a:prstGeom>
          <a:noFill/>
          <a:ln cap="flat" cmpd="sng" w="9525">
            <a:solidFill>
              <a:srgbClr val="2A2A2A"/>
            </a:solidFill>
            <a:prstDash val="solid"/>
            <a:round/>
            <a:headEnd len="med" w="med" type="triangle"/>
            <a:tailEnd len="med" w="med" type="triangle"/>
          </a:ln>
        </p:spPr>
      </p:cxnSp>
      <p:cxnSp>
        <p:nvCxnSpPr>
          <p:cNvPr id="427" name="Google Shape;427;p26"/>
          <p:cNvCxnSpPr/>
          <p:nvPr/>
        </p:nvCxnSpPr>
        <p:spPr>
          <a:xfrm>
            <a:off x="5070200" y="2092050"/>
            <a:ext cx="3367800" cy="0"/>
          </a:xfrm>
          <a:prstGeom prst="straightConnector1">
            <a:avLst/>
          </a:prstGeom>
          <a:noFill/>
          <a:ln cap="flat" cmpd="sng" w="9525">
            <a:solidFill>
              <a:srgbClr val="2A2A2A"/>
            </a:solidFill>
            <a:prstDash val="dot"/>
            <a:round/>
            <a:headEnd len="med" w="med" type="triangle"/>
            <a:tailEnd len="med" w="med" type="triangl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